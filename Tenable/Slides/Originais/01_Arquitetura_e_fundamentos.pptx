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5889cba7ba4595" /><Relationship Type="http://schemas.openxmlformats.org/officeDocument/2006/relationships/extended-properties" Target="/docProps/app.xml" Id="R7e349218921e4e61" /><Relationship Type="http://schemas.openxmlformats.org/officeDocument/2006/relationships/officeDocument" Target="/ppt/presentation.xml" Id="R9b607746d95d42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0fbd939a0b49d9"/>
  </p:sldMasterIdLst>
  <p:notesMasterIdLst>
    <p:notesMasterId xmlns:r="http://schemas.openxmlformats.org/officeDocument/2006/relationships" r:id="Rcb37320f26614a63"/>
  </p:notesMasterIdLst>
  <p:sldIdLst>
    <p:sldId xmlns:r="http://schemas.openxmlformats.org/officeDocument/2006/relationships" id="256" r:id="Rb78a7bb4b7a041aa"/>
    <p:sldId xmlns:r="http://schemas.openxmlformats.org/officeDocument/2006/relationships" id="257" r:id="Reef5a3bcb629457e"/>
    <p:sldId xmlns:r="http://schemas.openxmlformats.org/officeDocument/2006/relationships" id="258" r:id="R7b0c0ef4604149c5"/>
    <p:sldId xmlns:r="http://schemas.openxmlformats.org/officeDocument/2006/relationships" id="259" r:id="R1d415070cf294313"/>
    <p:sldId xmlns:r="http://schemas.openxmlformats.org/officeDocument/2006/relationships" id="260" r:id="R5ef47cf4ef054b8b"/>
    <p:sldId xmlns:r="http://schemas.openxmlformats.org/officeDocument/2006/relationships" id="261" r:id="Re7a4d7fff7214d7f"/>
    <p:sldId xmlns:r="http://schemas.openxmlformats.org/officeDocument/2006/relationships" id="262" r:id="R741c925730d14f72"/>
    <p:sldId xmlns:r="http://schemas.openxmlformats.org/officeDocument/2006/relationships" id="263" r:id="Rc526fae17c204d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dfd07ceb9a4e8b" /><Relationship Type="http://schemas.openxmlformats.org/officeDocument/2006/relationships/slideMaster" Target="/ppt/slideMasters/slideMaster1.xml" Id="Rbc0fbd939a0b49d9" /><Relationship Type="http://schemas.openxmlformats.org/officeDocument/2006/relationships/notesMaster" Target="/ppt/notesMasters/notesMaster1.xml" Id="Rcb37320f26614a63" /><Relationship Type="http://schemas.openxmlformats.org/officeDocument/2006/relationships/presProps" Target="/ppt/presProps.xml" Id="R603f3ba372684bd6" /><Relationship Type="http://schemas.openxmlformats.org/officeDocument/2006/relationships/tableStyles" Target="/ppt/tableStyles.xml" Id="R7c347b03e4b4462f" /><Relationship Type="http://schemas.openxmlformats.org/officeDocument/2006/relationships/slide" Target="/ppt/slides/slide1.xml" Id="Rb78a7bb4b7a041aa" /><Relationship Type="http://schemas.openxmlformats.org/officeDocument/2006/relationships/slide" Target="/ppt/slides/slide2.xml" Id="Reef5a3bcb629457e" /><Relationship Type="http://schemas.openxmlformats.org/officeDocument/2006/relationships/slide" Target="/ppt/slides/slide3.xml" Id="R7b0c0ef4604149c5" /><Relationship Type="http://schemas.openxmlformats.org/officeDocument/2006/relationships/slide" Target="/ppt/slides/slide4.xml" Id="R1d415070cf294313" /><Relationship Type="http://schemas.openxmlformats.org/officeDocument/2006/relationships/slide" Target="/ppt/slides/slide5.xml" Id="R5ef47cf4ef054b8b" /><Relationship Type="http://schemas.openxmlformats.org/officeDocument/2006/relationships/slide" Target="/ppt/slides/slide6.xml" Id="Re7a4d7fff7214d7f" /><Relationship Type="http://schemas.openxmlformats.org/officeDocument/2006/relationships/slide" Target="/ppt/slides/slide7.xml" Id="R741c925730d14f72" /><Relationship Type="http://schemas.openxmlformats.org/officeDocument/2006/relationships/slide" Target="/ppt/slides/slide8.xml" Id="Rc526fae17c204d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a6bfd8e1324d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a11b2d87f14568" /><Relationship Type="http://schemas.openxmlformats.org/officeDocument/2006/relationships/notesMaster" Target="/ppt/notesMasters/notesMaster1.xml" Id="Rde139809adda40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8bf31aac074aff" /><Relationship Type="http://schemas.openxmlformats.org/officeDocument/2006/relationships/notesMaster" Target="/ppt/notesMasters/notesMaster1.xml" Id="R3914d897c1c04a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8f952e79444020" /><Relationship Type="http://schemas.openxmlformats.org/officeDocument/2006/relationships/notesMaster" Target="/ppt/notesMasters/notesMaster1.xml" Id="R5d034f13405148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cedb78dd5f4292" /><Relationship Type="http://schemas.openxmlformats.org/officeDocument/2006/relationships/notesMaster" Target="/ppt/notesMasters/notesMaster1.xml" Id="R583586d65c4049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fbbbad2e4c4eb3" /><Relationship Type="http://schemas.openxmlformats.org/officeDocument/2006/relationships/notesMaster" Target="/ppt/notesMasters/notesMaster1.xml" Id="R970b8b85cfdb49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48936ad31b41fc" /><Relationship Type="http://schemas.openxmlformats.org/officeDocument/2006/relationships/notesMaster" Target="/ppt/notesMasters/notesMaster1.xml" Id="R87fd42b5652c4a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f20125a1f247c1" /><Relationship Type="http://schemas.openxmlformats.org/officeDocument/2006/relationships/notesMaster" Target="/ppt/notesMasters/notesMaster1.xml" Id="Rda0181a280ee40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7d5a27af0b439a" /><Relationship Type="http://schemas.openxmlformats.org/officeDocument/2006/relationships/notesMaster" Target="/ppt/notesMasters/notesMaster1.xml" Id="R2837eeffa1d24c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Escolher os sensores e planejar uma implantação com cobertura verificável.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simulados deste pacote são autorais. A certificação completa exige escrita e prática. O número 48/60 é referência para simulados com itens de mesmo peso, sem presumir a metodologia interna de pontuação.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Security Center é um produto diferente. Não transportar regras de repositórios e scan zones para VM sem conferir a documentação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F06: Sensors</a:t>
            </a:r>
          </a:p>
          <a:p xmlns:a="http://schemas.openxmlformats.org/drawingml/2006/main">
            <a:r>
              <a:t>https://docs.tenable.com/vulnerability-management/Content/Settings/Sensors/ViewSensors.htm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cobertura depende da posição e da conectividade de cada sensor. Um agente não reproduz automaticamente a visão de um scanner remoto.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F06: Sensors</a:t>
            </a:r>
          </a:p>
          <a:p xmlns:a="http://schemas.openxmlformats.org/drawingml/2006/main">
            <a:r>
              <a:t>https://docs.tenable.com/vulnerability-management/Content/Settings/Sensors/ViewSensors.htm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F31: Agents</a:t>
            </a:r>
          </a:p>
          <a:p xmlns:a="http://schemas.openxmlformats.org/drawingml/2006/main">
            <a:r>
              <a:t>https://docs.tenable.com/vulnerability-management/Content/Settings/Sensors/Agents.htm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Exercício: descreva uma matriz segmento, quantidade esperada, sensor, janela, credencial e responsável. Compare esperado versus observado antes de expandir.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F16: Networks</a:t>
            </a:r>
          </a:p>
          <a:p xmlns:a="http://schemas.openxmlformats.org/drawingml/2006/main">
            <a:r>
              <a:t>https://docs.tenable.com/vulnerability-management/Content/Settings/Sensors/Networks.htm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F17: Scan Distribution</a:t>
            </a:r>
          </a:p>
          <a:p xmlns:a="http://schemas.openxmlformats.org/drawingml/2006/main">
            <a:r>
              <a:t>https://docs.tenable.com/vulnerability-management/Content/Scans/scan-distribution.htm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do template Host Discovery informa que ativos identificados por discovery scans não contam para a licença. Não generalizar essa regra para todo ativo importado ou avaliado.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F16: Networks</a:t>
            </a:r>
          </a:p>
          <a:p xmlns:a="http://schemas.openxmlformats.org/drawingml/2006/main">
            <a:r>
              <a:t>https://docs.tenable.com/vulnerability-management/Content/Settings/Sensors/Networks.htm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F20: Scan Templates</a:t>
            </a:r>
          </a:p>
          <a:p xmlns:a="http://schemas.openxmlformats.org/drawingml/2006/main">
            <a:r>
              <a:t>https://docs.tenable.com/vulnerability-management/Content/Scans/Templates.htm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F23: Asset Inventory: Key Attributes</a:t>
            </a:r>
          </a:p>
          <a:p xmlns:a="http://schemas.openxmlformats.org/drawingml/2006/main">
            <a:r>
              <a:t>https://docs.tenable.com/cyber-exposure-studies/asset-inventory/Content/KeyAssetAttributes.htm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Cenário autoral. Complementar com Network Monitor onde o tráfego observado agregue inventário. Relacionar escolhas à evidência coletada, não ao nome comercial do sensor.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F31: Agents</a:t>
            </a:r>
          </a:p>
          <a:p xmlns:a="http://schemas.openxmlformats.org/drawingml/2006/main">
            <a:r>
              <a:t>https://docs.tenable.com/vulnerability-management/Content/Settings/Sensors/Agents.htm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L01. Trabalhar somente no ambiente de estudo autorizado. Ao revisar, explicar por que cada sensor atende seu caso de uso. Questões e gabarito ficam separados na pasta Simulados.</a:t>
            </a:r>
          </a:p>
          <a:p xmlns:a="http://schemas.openxmlformats.org/drawingml/2006/main">
            <a:r>
              <a:t>Material local de apoio: L02 páginas PDF 32, 34, 37, 287, 288. L03 itens 1, 2, 6, 7, 20, 23, 25. L01 itens 3, 5, 6, 7, 8, 34, 35, 39. Arquitetura SaaS e cobertura, sem transportar regras específicas de Security Center.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F06: Sensors</a:t>
            </a:r>
          </a:p>
          <a:p xmlns:a="http://schemas.openxmlformats.org/drawingml/2006/main">
            <a:r>
              <a:t>https://docs.tenable.com/vulnerability-management/Content/Settings/Sensors/ViewSensors.htm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33ddc9d8944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93e722ac54f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e0c5f603540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85db893ec48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69a3201114e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cac5829e948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4AFC22-FE61-4067-AF58-243B1756D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B724CF-ECBB-4946-A475-2326691C91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1DC589-893D-460C-8F9B-DF6785CE22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752D15-5739-4013-8400-32437114F4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9178A6-C15E-4B44-8BA3-46D4473BD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443D37-785B-4229-BE60-6CCDF0592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EE0708-CAC8-4D04-B860-BC8E04C0DC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620D48-2A1A-4571-8BC3-9B6671A550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5BAF3F-00FF-45A2-A27C-2182D292DA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50EF16-211F-494E-948D-5ACCC57248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b5359305624362" /><Relationship Type="http://schemas.openxmlformats.org/officeDocument/2006/relationships/slideLayout" Target="/ppt/slideLayouts/slideLayout1.xml" Id="R44baf76f2a7d4837" /><Relationship Type="http://schemas.openxmlformats.org/officeDocument/2006/relationships/slideLayout" Target="/ppt/slideLayouts/slideLayout2.xml" Id="R474fb12826874352" /><Relationship Type="http://schemas.openxmlformats.org/officeDocument/2006/relationships/slideLayout" Target="/ppt/slideLayouts/slideLayout3.xml" Id="R4328083d5f4a4bab" /><Relationship Type="http://schemas.openxmlformats.org/officeDocument/2006/relationships/slideLayout" Target="/ppt/slideLayouts/slideLayout4.xml" Id="R62cb482aa79c4728" /><Relationship Type="http://schemas.openxmlformats.org/officeDocument/2006/relationships/slideLayout" Target="/ppt/slideLayouts/slideLayout5.xml" Id="R8ef229cc405d4f88" /><Relationship Type="http://schemas.openxmlformats.org/officeDocument/2006/relationships/slideLayout" Target="/ppt/slideLayouts/slideLayout6.xml" Id="Raee227ab724b4a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af76f2a7d4837"/>
    <p:sldLayoutId xmlns:r="http://schemas.openxmlformats.org/officeDocument/2006/relationships" id="2147483650" r:id="R474fb12826874352"/>
    <p:sldLayoutId xmlns:r="http://schemas.openxmlformats.org/officeDocument/2006/relationships" id="2147483651" r:id="R4328083d5f4a4bab"/>
    <p:sldLayoutId xmlns:r="http://schemas.openxmlformats.org/officeDocument/2006/relationships" id="2147483652" r:id="R62cb482aa79c4728"/>
    <p:sldLayoutId xmlns:r="http://schemas.openxmlformats.org/officeDocument/2006/relationships" id="2147483653" r:id="R8ef229cc405d4f88"/>
    <p:sldLayoutId xmlns:r="http://schemas.openxmlformats.org/officeDocument/2006/relationships" id="2147483654" r:id="Raee227ab724b4a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ef37915d94ed5" /><Relationship Type="http://schemas.openxmlformats.org/officeDocument/2006/relationships/notesSlide" Target="/ppt/notesSlides/notesSlide1.xml" Id="R5e2edd4ba8974e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c71d85304e4a18" /><Relationship Type="http://schemas.openxmlformats.org/officeDocument/2006/relationships/notesSlide" Target="/ppt/notesSlides/notesSlide2.xml" Id="Rea87d483038d4f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5e6e5192b4310" /><Relationship Type="http://schemas.openxmlformats.org/officeDocument/2006/relationships/notesSlide" Target="/ppt/notesSlides/notesSlide3.xml" Id="Rdbaf155a04a244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7f29aaa0b425a" /><Relationship Type="http://schemas.openxmlformats.org/officeDocument/2006/relationships/notesSlide" Target="/ppt/notesSlides/notesSlide4.xml" Id="R7083dd6479aa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cbe80474014731" /><Relationship Type="http://schemas.openxmlformats.org/officeDocument/2006/relationships/notesSlide" Target="/ppt/notesSlides/notesSlide5.xml" Id="R29ba32385c604e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4e66f97a444b1" /><Relationship Type="http://schemas.openxmlformats.org/officeDocument/2006/relationships/notesSlide" Target="/ppt/notesSlides/notesSlide6.xml" Id="Rd04dd34c6f4e43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deafc787f4018" /><Relationship Type="http://schemas.openxmlformats.org/officeDocument/2006/relationships/notesSlide" Target="/ppt/notesSlides/notesSlide7.xml" Id="Rfdec592534304d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1189fcc6447f6" /><Relationship Type="http://schemas.openxmlformats.org/officeDocument/2006/relationships/notesSlide" Target="/ppt/notesSlides/notesSlide8.xml" Id="R29cc1217b0bd41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75AD5F67-C3BA-492E-B7AC-98B62034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FD6CC"/>
                </a:solidFill>
                <a:latin typeface="Calibri"/>
                <a:ea typeface="Calibri"/>
                <a:cs typeface="Calibri"/>
              </a:rPr>
              <a:t>TEMA 01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CCB14C-4A75-4E4E-89BC-3C48EE8D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10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Arquitetura e fundamentos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EE6BB29-3420-44D9-B619-0ED4FF3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E4F1F5"/>
                </a:solidFill>
                <a:latin typeface="Calibri"/>
                <a:ea typeface="Calibri"/>
                <a:cs typeface="Calibri"/>
              </a:rPr>
              <a:t>Escolher os sensores e planejar uma implantação com cobertura verificável.</a:t>
            </a:r>
          </a:p>
        </p:txBody>
      </p:sp>
      <p:sp>
        <p:nvSpPr>
          <p:cNvPr id="4" name="Schedule">
            <a:extLst xmlns:a="http://schemas.openxmlformats.org/drawingml/2006/main">
              <a:ext uri="{FF2B5EF4-FFF2-40B4-BE49-F238E27FC236}">
                <a16:creationId xmlns:a16="http://schemas.microsoft.com/office/drawing/2014/main" id="{2375546C-721E-403D-A0DF-4A88BC12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Semana 1 de estudo</a:t>
            </a:r>
          </a:p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Installation / Configuration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9366C41-E8AC-49F6-99EB-F451F3EF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9EB9CA"/>
                </a:solidFill>
                <a:latin typeface="Calibri"/>
                <a:ea typeface="Calibri"/>
                <a:cs typeface="Calibri"/>
              </a:rPr>
              <a:t>Tenable VM Specialist Written Exam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496073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674915E1-5B75-4479-9C44-F5748D5C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01  Arquitetura e fundamentos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729E16-F016-4411-AA72-812BCB89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Escopo da etapa escrita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9F791EC3-A668-475B-A88E-7CC1D377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60 questões de múltipla escolha e verdadeiro/falso.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44943893-091A-4E61-A074-C24C7C78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120 minutos e mínimo oficial de 80%.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4BB1A48B-B40F-456B-A494-B9BAC1E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Quatro domínios amplos. Oito temas organizam este estudo.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E7F34-CC68-4D3E-A93B-8B62B8DF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6640576D-04C1-470F-BE61-0C1BE763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0881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7A7E7D59-23EA-4C52-82EE-3CB3A7EC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01  Arquitetura e fundamentos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1193C2-2653-4D87-8EE0-F8DA753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Produtos e responsabilidades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EF2A5349-351B-4D9C-8852-1EB010A9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Tenable One Vulnerability Management centraliza a gestão na nuvem.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72BA0BC3-1910-44EA-8196-E192E2DB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Nessus executa avaliações ativas nos alvos acessíveis.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A88A20CF-F97F-4813-942C-14A30A76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Tenable Agents executam verificações locais no host.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8BB786A4-F991-4F5C-8D8B-E02E1F12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Tenable Network Monitor observa tráfego.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550BC5F-6F60-4D99-8FEA-888BF447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C76C9224-3C27-439F-8346-DC6EC821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21420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305CFD75-E6C8-41E7-98F5-B1CC3598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01  Arquitetura e fundamentos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50173E-273A-4863-9FF1-01284749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Comparação de sensores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C569C-DE12-4CB0-B445-611D45AC5A21}"/>
              </a:ext>
            </a:extLst>
          </p:cNvPr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3905250"/>
                <a:gridCol w="4314825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Sensor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Boa aplicação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Limitação a verificar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Cloud scanner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Superfície pública acessível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Rotas para redes privadas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Linked Nessus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Rede interna e serviços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Acesso de rede e credenciais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Agent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Hosts móveis e locais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Visão dos serviços remotamente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Network Monitor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Descoberta por tráfego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Dependência de SPAN/TAP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1378F02-B836-490F-A061-B45D002A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A9756B1B-B11B-4188-9F01-D7F09D06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7476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A9316005-CFCF-4CC0-BE1F-76D866CC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01  Arquitetura e fundamentos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2E164C-01CC-4B46-8851-D7533FBC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Planejamento de implantação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FEE0722D-735E-4B9F-9312-B78C6B4C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Inventário esperado e segmentos definem o escopo.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07397925-971D-458E-9049-27CE7243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Sensores precisam alcançar seus alvos e a plataforma.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A9B369B4-ED27-442F-8213-DAD907F0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Grupos, networks e janelas traduzem a topologia.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9D60BCBB-0347-4B86-9932-DB7D382A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amostra piloto comprova a cobertura.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9E7F91D-FA35-4073-A108-6812F32B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32D80611-EEBA-40C9-BCB1-2E0C0F5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6167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74287A8A-5837-4688-81CC-F55B9D9F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01  Arquitetura e fundamentos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2A28E1-A025-4CD9-B8C6-1261F2CF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Descoberta e identidade do ativo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0CB3FA2C-06E1-434E-B20A-036D2C69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 IP pode mudar ou existir em ambientes diferentes.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B9254062-2F90-49E9-B6AE-15C9EC33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Atributos de identidade ajudam a correlacionar evidências.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07CCB40E-1342-4B28-9D1E-C1F89015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Networks distinguem ambientes com IPs sobrepostos.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CD55BB30-E158-453F-9CEE-AA44781A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Discovery e avaliação de vulnerabilidades têm finalidades diferentes.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029A149-FA94-422D-A177-7E923B3F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39F2B9B1-0946-4102-8ECA-38BDADE1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98762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0E1EC40-9CAB-4616-83C5-0635921E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01  Arquitetura e fundamentos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AE77E1-DA1A-4842-A85F-30EE81D2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Caso: matriz de cobertura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FCB77D5A-C6EC-43EC-838F-DBA1CBF4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Filial isolada, notebooks móveis e aplicação pública.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7CABE71C-E6F5-4DAA-9D60-93C915DF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Scanner interno atende o segmento roteável da filial.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7E96FAFC-8E04-4D08-9254-038DA175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Agents atendem a avaliação local dos notebooks.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92CE4549-23CE-43C3-B439-7CF86BA6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Cloud scanner atende a exposição pública acessível.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E57C29D-FCD5-4AFB-922D-4DC16BEF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331E1EA4-03DE-43BF-8F67-05E52615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03847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945F2CA7-B55C-4127-A515-2EA93AF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01  Arquitetura e fundamentos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48F646-4A5C-4779-A138-C8927EF0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Laboratório e revisão do tema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4C842C31-92A5-4F02-A94D-9F225E53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Entrega: desenho textual da topologia e matriz de cobertura.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B0EE2EA6-5E6F-4C7A-8CC8-D463EB6D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Sem console: resolver o caso e justificar cada sensor.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1B15A500-E70B-447B-9FB0-C512E5BE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Com console: conferir sensores, grupos e ativos de uma amostra.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0F61C349-25AB-435E-8AF1-605D0C23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Simulado 01: 20 questões, 40 minutos.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29E584B-8B4F-437D-B9FB-883D05B3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0CA25D89-100D-45A7-B06D-FFDCF3A0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3468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2026-10-09T20:14:09.7300000Z</dcterms:created>
  <dcterms:modified xsi:type="dcterms:W3CDTF">2026-10-09T20:14:09.7300000Z</dcterms:modified>
</coreProperties>
</file>
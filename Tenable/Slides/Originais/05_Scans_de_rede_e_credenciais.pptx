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79099da1ad4d03" /><Relationship Type="http://schemas.openxmlformats.org/officeDocument/2006/relationships/extended-properties" Target="/docProps/app.xml" Id="R5612446a226e4470" /><Relationship Type="http://schemas.openxmlformats.org/officeDocument/2006/relationships/officeDocument" Target="/ppt/presentation.xml" Id="R1c921232275d4d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c317d71c274dbc"/>
  </p:sldMasterIdLst>
  <p:notesMasterIdLst>
    <p:notesMasterId xmlns:r="http://schemas.openxmlformats.org/officeDocument/2006/relationships" r:id="R974de7e46fc34668"/>
  </p:notesMasterIdLst>
  <p:sldIdLst>
    <p:sldId xmlns:r="http://schemas.openxmlformats.org/officeDocument/2006/relationships" id="256" r:id="R4db697612c524cc5"/>
    <p:sldId xmlns:r="http://schemas.openxmlformats.org/officeDocument/2006/relationships" id="257" r:id="Rccbf0ad6a40c4c8f"/>
    <p:sldId xmlns:r="http://schemas.openxmlformats.org/officeDocument/2006/relationships" id="258" r:id="Rbafa11df149440ea"/>
    <p:sldId xmlns:r="http://schemas.openxmlformats.org/officeDocument/2006/relationships" id="259" r:id="R1bb77f5820cf4e7b"/>
    <p:sldId xmlns:r="http://schemas.openxmlformats.org/officeDocument/2006/relationships" id="260" r:id="R65fcb44a3d114515"/>
    <p:sldId xmlns:r="http://schemas.openxmlformats.org/officeDocument/2006/relationships" id="261" r:id="R4922afa07fd64aed"/>
    <p:sldId xmlns:r="http://schemas.openxmlformats.org/officeDocument/2006/relationships" id="262" r:id="R22167a0fb6f546d2"/>
    <p:sldId xmlns:r="http://schemas.openxmlformats.org/officeDocument/2006/relationships" id="263" r:id="R2d8a2fb7346b4a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b52789ce5240ec" /><Relationship Type="http://schemas.openxmlformats.org/officeDocument/2006/relationships/slideMaster" Target="/ppt/slideMasters/slideMaster1.xml" Id="R64c317d71c274dbc" /><Relationship Type="http://schemas.openxmlformats.org/officeDocument/2006/relationships/notesMaster" Target="/ppt/notesMasters/notesMaster1.xml" Id="R974de7e46fc34668" /><Relationship Type="http://schemas.openxmlformats.org/officeDocument/2006/relationships/presProps" Target="/ppt/presProps.xml" Id="R70bc8ab7eebd4788" /><Relationship Type="http://schemas.openxmlformats.org/officeDocument/2006/relationships/tableStyles" Target="/ppt/tableStyles.xml" Id="R6f38dd8bd7514ae8" /><Relationship Type="http://schemas.openxmlformats.org/officeDocument/2006/relationships/slide" Target="/ppt/slides/slide1.xml" Id="R4db697612c524cc5" /><Relationship Type="http://schemas.openxmlformats.org/officeDocument/2006/relationships/slide" Target="/ppt/slides/slide2.xml" Id="Rccbf0ad6a40c4c8f" /><Relationship Type="http://schemas.openxmlformats.org/officeDocument/2006/relationships/slide" Target="/ppt/slides/slide3.xml" Id="Rbafa11df149440ea" /><Relationship Type="http://schemas.openxmlformats.org/officeDocument/2006/relationships/slide" Target="/ppt/slides/slide4.xml" Id="R1bb77f5820cf4e7b" /><Relationship Type="http://schemas.openxmlformats.org/officeDocument/2006/relationships/slide" Target="/ppt/slides/slide5.xml" Id="R65fcb44a3d114515" /><Relationship Type="http://schemas.openxmlformats.org/officeDocument/2006/relationships/slide" Target="/ppt/slides/slide6.xml" Id="R4922afa07fd64aed" /><Relationship Type="http://schemas.openxmlformats.org/officeDocument/2006/relationships/slide" Target="/ppt/slides/slide7.xml" Id="R22167a0fb6f546d2" /><Relationship Type="http://schemas.openxmlformats.org/officeDocument/2006/relationships/slide" Target="/ppt/slides/slide8.xml" Id="R2d8a2fb7346b4a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4c77985e5d4a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3652019641419e" /><Relationship Type="http://schemas.openxmlformats.org/officeDocument/2006/relationships/notesMaster" Target="/ppt/notesMasters/notesMaster1.xml" Id="R260e49433cb847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908e0b26344f9b" /><Relationship Type="http://schemas.openxmlformats.org/officeDocument/2006/relationships/notesMaster" Target="/ppt/notesMasters/notesMaster1.xml" Id="R2ece38a3aa7d4d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89f4152f844cef" /><Relationship Type="http://schemas.openxmlformats.org/officeDocument/2006/relationships/notesMaster" Target="/ppt/notesMasters/notesMaster1.xml" Id="R6e6ecbae571042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57bea2b68c4430" /><Relationship Type="http://schemas.openxmlformats.org/officeDocument/2006/relationships/notesMaster" Target="/ppt/notesMasters/notesMaster1.xml" Id="Rda69e717136a49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1f1d891f29428c" /><Relationship Type="http://schemas.openxmlformats.org/officeDocument/2006/relationships/notesMaster" Target="/ppt/notesMasters/notesMaster1.xml" Id="R33d0df60e86c43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79844e182d4ef5" /><Relationship Type="http://schemas.openxmlformats.org/officeDocument/2006/relationships/notesMaster" Target="/ppt/notesMasters/notesMaster1.xml" Id="Re961da94601e45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e2514175294244" /><Relationship Type="http://schemas.openxmlformats.org/officeDocument/2006/relationships/notesMaster" Target="/ppt/notesMasters/notesMaster1.xml" Id="Rd77671e8a37a49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9d3fee0b06474a" /><Relationship Type="http://schemas.openxmlformats.org/officeDocument/2006/relationships/notesMaster" Target="/ppt/notesMasters/notesMaster1.xml" Id="R560f2403150640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 do módulo: Configurar avaliação de rede e comprovar a execução das verificações autenticadas. Ler as notas dos slides e as fontes oficiais. O roteiro local orienta as páginas do guia fornecido e aponta ambiguidades das questões antigas.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F02: Curso Specialist: datasheet oficial</a:t>
            </a:r>
          </a:p>
          <a:p xmlns:a="http://schemas.openxmlformats.org/drawingml/2006/main">
            <a:r>
              <a:t>https://static.tenable.com/ps/DS_VM_Specialist_Course.pdf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documentação descreve herança de settings do user-defined template. Localizar o objeto que controla a configuração antes de alterá-la.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F20: Scan Templates</a:t>
            </a:r>
          </a:p>
          <a:p xmlns:a="http://schemas.openxmlformats.org/drawingml/2006/main">
            <a:r>
              <a:t>https://docs.tenable.com/vulnerability-management/Content/Scans/Templates.htm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F46: VM Scan Settings</a:t>
            </a:r>
          </a:p>
          <a:p xmlns:a="http://schemas.openxmlformats.org/drawingml/2006/main">
            <a:r>
              <a:t>https://docs.tenable.com/vulnerability-management/Content/Scans/VMScanSettings.htm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seleção de plugins deve acompanhar o objetivo da avaliação. Um tactical scan direcionado a uma CVE não cobre automaticamente todas as vulnerabilidades do host.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F24: Configure Plugins</a:t>
            </a:r>
          </a:p>
          <a:p xmlns:a="http://schemas.openxmlformats.org/drawingml/2006/main">
            <a:r>
              <a:t>https://docs.tenable.com/vulnerability-management/Content/Scans/Plugins.htm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laboratório, restringir acesso ao scanner de estudo e registrar a configuração. Evitar seguir instruções antigas de desativação ampla de controles sem avaliar sua aplicação.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F26: Credentialed Checks on Windows</a:t>
            </a:r>
          </a:p>
          <a:p xmlns:a="http://schemas.openxmlformats.org/drawingml/2006/main">
            <a:r>
              <a:t>https://docs.tenable.com/nessus/Content/CredentialedChecksOnWindows.htm</a:t>
            </a:r>
          </a:p>
          <a:p xmlns:a="http://schemas.openxmlformats.org/drawingml/2006/main">
            <a:r>
              <a:t>Data: sem data comprovada. Nessus 10.12,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F25: Credentials</a:t>
            </a:r>
          </a:p>
          <a:p xmlns:a="http://schemas.openxmlformats.org/drawingml/2006/main">
            <a:r>
              <a:t>https://docs.tenable.com/vulnerability-management/Content/Scans/Credentials.htm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login SSH bem-sucedido de checks completos. Um usuário sem elevação pode permitir algumas verificações, mas não todos os controles de configuração.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F27: Credentialed Checks on Linux</a:t>
            </a:r>
          </a:p>
          <a:p xmlns:a="http://schemas.openxmlformats.org/drawingml/2006/main">
            <a:r>
              <a:t>https://docs.tenable.com/nessus/Content/CredentialedChecksOnLinux.htm</a:t>
            </a:r>
          </a:p>
          <a:p xmlns:a="http://schemas.openxmlformats.org/drawingml/2006/main">
            <a:r>
              <a:t>Data: sem data comprovada. Nessus 10.12,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F28: Nessus Credentialed Checks</a:t>
            </a:r>
          </a:p>
          <a:p xmlns:a="http://schemas.openxmlformats.org/drawingml/2006/main">
            <a:r>
              <a:t>https://docs.tenable.com/nessus/Content/NessusCredentialedChecks.htm</a:t>
            </a:r>
          </a:p>
          <a:p xmlns:a="http://schemas.openxmlformats.org/drawingml/2006/main">
            <a:r>
              <a:t>Data: sem data comprovada. Nessus 10.12,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regra atual de Credentialed checks: yes requer autenticação e inventário nativo de pacotes/patches. No Windows, acesso ao registro e shares ou privilégios SMB adequados também importam. Não concluir sucesso apenas pela ausência de um erro.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F28: Nessus Credentialed Checks</a:t>
            </a:r>
          </a:p>
          <a:p xmlns:a="http://schemas.openxmlformats.org/drawingml/2006/main">
            <a:r>
              <a:t>https://docs.tenable.com/nessus/Content/NessusCredentialedChecks.htm</a:t>
            </a:r>
          </a:p>
          <a:p xmlns:a="http://schemas.openxmlformats.org/drawingml/2006/main">
            <a:r>
              <a:t>Data: sem data comprovada. Nessus 10.12,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F29: Plugin 19506: Nessus Scan Information</a:t>
            </a:r>
          </a:p>
          <a:p xmlns:a="http://schemas.openxmlformats.org/drawingml/2006/main">
            <a:r>
              <a:t>https://www.tenable.com/plugins/nessus/19506</a:t>
            </a:r>
          </a:p>
          <a:p xmlns:a="http://schemas.openxmlformats.org/drawingml/2006/main">
            <a:r>
              <a:t>Data: sem data comprovada. data não visível na página consultada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F30: Plugin 21745: OS Security Patch Assessment Failed</a:t>
            </a:r>
          </a:p>
          <a:p xmlns:a="http://schemas.openxmlformats.org/drawingml/2006/main">
            <a:r>
              <a:t>https://www.tenable.com/plugins/nessus/21745</a:t>
            </a:r>
          </a:p>
          <a:p xmlns:a="http://schemas.openxmlformats.org/drawingml/2006/main">
            <a:r>
              <a:t>Data: sem data comprovada. data não visível na página consultada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Prática de diagnóstico: manter alvo e política comparáveis entre execuções. Antes de interpretar melhora, confirmar credenciais, portas e plugins.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F22: Scan Tuning: Settings Configuration</a:t>
            </a:r>
          </a:p>
          <a:p xmlns:a="http://schemas.openxmlformats.org/drawingml/2006/main">
            <a:r>
              <a:t>https://docs.tenable.com/quick-reference/vulnerability-management-scan-tuning/Content/SettingsConfiguration.htm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F10: Hardware Requirements</a:t>
            </a:r>
          </a:p>
          <a:p xmlns:a="http://schemas.openxmlformats.org/drawingml/2006/main">
            <a:r>
              <a:t>https://docs.tenable.com/nessus/Content/HardwareRequirements.htm</a:t>
            </a:r>
          </a:p>
          <a:p xmlns:a="http://schemas.openxmlformats.org/drawingml/2006/main">
            <a:r>
              <a:t>Data: sem data comprovada. Nessus 10.12,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Laboratório L05. Sem console, analisar uma evidência textual fictícia. Com console de estudo, usar um Windows e um Linux autorizados. Registrar os resultados do plugin 19506 quando disponíveis.</a:t>
            </a:r>
          </a:p>
          <a:p xmlns:a="http://schemas.openxmlformats.org/drawingml/2006/main">
            <a:r>
              <a:t>Material local de apoio: L02 páginas PDF 287, 288, 293, 294. L03 itens 4, 15, 16, 18, 19. L01 itens 9, 29, 30, 32. Plugins, credenciais e qualidade da coleta. Evitar a ideia de precisão perfeita ou política como lista universal de alvos. Consultar Fontes/revisao_material_local.md.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F26: Credentialed Checks on Windows</a:t>
            </a:r>
          </a:p>
          <a:p xmlns:a="http://schemas.openxmlformats.org/drawingml/2006/main">
            <a:r>
              <a:t>https://docs.tenable.com/nessus/Content/CredentialedChecksOnWindows.htm</a:t>
            </a:r>
          </a:p>
          <a:p xmlns:a="http://schemas.openxmlformats.org/drawingml/2006/main">
            <a:r>
              <a:t>Data: sem data comprovada. Nessus 10.12,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F27: Credentialed Checks on Linux</a:t>
            </a:r>
          </a:p>
          <a:p xmlns:a="http://schemas.openxmlformats.org/drawingml/2006/main">
            <a:r>
              <a:t>https://docs.tenable.com/nessus/Content/CredentialedChecksOnLinux.htm</a:t>
            </a:r>
          </a:p>
          <a:p xmlns:a="http://schemas.openxmlformats.org/drawingml/2006/main">
            <a:r>
              <a:t>Data: sem data comprovada. Nessus 10.12,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F28: Nessus Credentialed Checks</a:t>
            </a:r>
          </a:p>
          <a:p xmlns:a="http://schemas.openxmlformats.org/drawingml/2006/main">
            <a:r>
              <a:t>https://docs.tenable.com/nessus/Content/NessusCredentialedChecks.htm</a:t>
            </a:r>
          </a:p>
          <a:p xmlns:a="http://schemas.openxmlformats.org/drawingml/2006/main">
            <a:r>
              <a:t>Data: sem data comprovada. Nessus 10.12,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L02: Guia oficial local de VM, 1.478 páginas</a:t>
            </a:r>
          </a:p>
          <a:p xmlns:a="http://schemas.openxmlformats.org/drawingml/2006/main">
            <a:r>
              <a:t>C:/Users/rafael.cordeiro/OneDrive - Subsecretaria de Tecnologia da Informação/SGG/Tenable/Doc/User Guide - Tenable Vulnerability Management.pdf</a:t>
            </a:r>
          </a:p>
          <a:p xmlns:a="http://schemas.openxmlformats.org/drawingml/2006/main">
            <a:r>
              <a:t>Data: 2024-06-20. Last Revised na capa e metadados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L03: QUESTÕES: documento local com 33 itens</a:t>
            </a:r>
          </a:p>
          <a:p xmlns:a="http://schemas.openxmlformats.org/drawingml/2006/main">
            <a:r>
              <a:t>C:/Users/rafael.cordeiro/OneDrive - Subsecretaria de Tecnologia da Informação/SGG/Tenable/Doc/QUESTÕES.docx</a:t>
            </a:r>
          </a:p>
          <a:p xmlns:a="http://schemas.openxmlformats.org/drawingml/2006/main">
            <a:r>
              <a:t>Data: sem data comprovada. metadados de criação 04/08/2026 e modificação 05/08/2026, sem publicação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L01: Compilado local de questões, 13 páginas e 41 itens</a:t>
            </a:r>
          </a:p>
          <a:p xmlns:a="http://schemas.openxmlformats.org/drawingml/2006/main">
            <a:r>
              <a:t>C:/Users/rafael.cordeiro/OneDrive - Subsecretaria de Tecnologia da Informação/SGG/Tenable/Doc/tenable_vulnerability_management_specialist_v3.pdf</a:t>
            </a:r>
          </a:p>
          <a:p xmlns:a="http://schemas.openxmlformats.org/drawingml/2006/main">
            <a:r>
              <a:t>Data: sem data comprovada. título menciona 2026, sem data editorial comprovada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254ee27da14a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70dfc820f242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12627157d74a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73f81a9bf4c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db18b8d5da4b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2f26829bf94b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8A9D52-61A9-4564-855D-AAD15ADB2C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648F921-407E-4CE8-852C-DE516E4BF43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B4DFAE9-640D-4214-8474-DB04135F13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04B0AD-031D-49E9-97C7-7BBC7FB778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FB05654-C0AF-4ED9-900D-18E1ECCFD9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737C4C-F5B2-4F85-8313-31251F6F1D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6F6402-38F7-4971-9143-1EB5583EFE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1522D4-F434-4B08-9FDC-E7F1FD735E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3B59C4-0026-498F-89D8-CCFC86A3BA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6140E8-2DFF-4189-B738-B11C77AD74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523a2ecf7845a4" /><Relationship Type="http://schemas.openxmlformats.org/officeDocument/2006/relationships/slideLayout" Target="/ppt/slideLayouts/slideLayout1.xml" Id="Rb2a248d53b1446b0" /><Relationship Type="http://schemas.openxmlformats.org/officeDocument/2006/relationships/slideLayout" Target="/ppt/slideLayouts/slideLayout2.xml" Id="Rb4c55ebfb0864e9d" /><Relationship Type="http://schemas.openxmlformats.org/officeDocument/2006/relationships/slideLayout" Target="/ppt/slideLayouts/slideLayout3.xml" Id="Ra67d9a2089014553" /><Relationship Type="http://schemas.openxmlformats.org/officeDocument/2006/relationships/slideLayout" Target="/ppt/slideLayouts/slideLayout4.xml" Id="Rdd20082d4e93458d" /><Relationship Type="http://schemas.openxmlformats.org/officeDocument/2006/relationships/slideLayout" Target="/ppt/slideLayouts/slideLayout5.xml" Id="R74e1d2e33cfb4d6a" /><Relationship Type="http://schemas.openxmlformats.org/officeDocument/2006/relationships/slideLayout" Target="/ppt/slideLayouts/slideLayout6.xml" Id="Rc196d30c57714f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a248d53b1446b0"/>
    <p:sldLayoutId xmlns:r="http://schemas.openxmlformats.org/officeDocument/2006/relationships" id="2147483650" r:id="Rb4c55ebfb0864e9d"/>
    <p:sldLayoutId xmlns:r="http://schemas.openxmlformats.org/officeDocument/2006/relationships" id="2147483651" r:id="Ra67d9a2089014553"/>
    <p:sldLayoutId xmlns:r="http://schemas.openxmlformats.org/officeDocument/2006/relationships" id="2147483652" r:id="Rdd20082d4e93458d"/>
    <p:sldLayoutId xmlns:r="http://schemas.openxmlformats.org/officeDocument/2006/relationships" id="2147483653" r:id="R74e1d2e33cfb4d6a"/>
    <p:sldLayoutId xmlns:r="http://schemas.openxmlformats.org/officeDocument/2006/relationships" id="2147483654" r:id="Rc196d30c57714f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7e6b770f9450a" /><Relationship Type="http://schemas.openxmlformats.org/officeDocument/2006/relationships/notesSlide" Target="/ppt/notesSlides/notesSlide1.xml" Id="Ra91dabe448d848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bec797a11a4150" /><Relationship Type="http://schemas.openxmlformats.org/officeDocument/2006/relationships/notesSlide" Target="/ppt/notesSlides/notesSlide2.xml" Id="Rbb5b6677e5be43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373da2bb93493f" /><Relationship Type="http://schemas.openxmlformats.org/officeDocument/2006/relationships/notesSlide" Target="/ppt/notesSlides/notesSlide3.xml" Id="R4bfc886811d641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e98714b75e4e49" /><Relationship Type="http://schemas.openxmlformats.org/officeDocument/2006/relationships/notesSlide" Target="/ppt/notesSlides/notesSlide4.xml" Id="R6caf49cedc834b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d75b8d6c2a4122" /><Relationship Type="http://schemas.openxmlformats.org/officeDocument/2006/relationships/notesSlide" Target="/ppt/notesSlides/notesSlide5.xml" Id="Rc50c1bb7f2c94f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c765a5420547d4" /><Relationship Type="http://schemas.openxmlformats.org/officeDocument/2006/relationships/notesSlide" Target="/ppt/notesSlides/notesSlide6.xml" Id="Ree65ca0a291342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98479619ce4cdb" /><Relationship Type="http://schemas.openxmlformats.org/officeDocument/2006/relationships/notesSlide" Target="/ppt/notesSlides/notesSlide7.xml" Id="R9ef5908b7d0347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b4fab48017496e" /><Relationship Type="http://schemas.openxmlformats.org/officeDocument/2006/relationships/notesSlide" Target="/ppt/notesSlides/notesSlide8.xml" Id="R32c4d4b1fd7a4b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F6FD24DA-E4A4-4E83-BDDB-B59BB4A7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8FD6C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8FD6CC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8FD6CC"/>
                </a:solidFill>
                <a:latin typeface="Calibri"/>
                <a:ea typeface="Calibri"/>
                <a:cs typeface="Calibri"/>
              </a:rPr>
              <a:t>TEMA 05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7EB62DA-C1CF-4AD1-B784-B30DFFEE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810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Scans de rede e credenciais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052D964-A9CE-4EAA-82C1-59E81E2E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E4F1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E4F1F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E4F1F5"/>
                </a:solidFill>
                <a:latin typeface="Calibri"/>
                <a:ea typeface="Calibri"/>
                <a:cs typeface="Calibri"/>
              </a:rPr>
              <a:t>Configurar avaliação de rede e comprovar a execução das verificações autenticadas.</a:t>
            </a:r>
          </a:p>
        </p:txBody>
      </p:sp>
      <p:sp>
        <p:nvSpPr>
          <p:cNvPr id="4" name="Schedule">
            <a:extLst xmlns:a="http://schemas.openxmlformats.org/drawingml/2006/main">
              <a:ext uri="{FF2B5EF4-FFF2-40B4-BE49-F238E27FC236}">
                <a16:creationId xmlns:a16="http://schemas.microsoft.com/office/drawing/2014/main" id="{FAED8463-922B-4286-A7BE-4D5158A0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1E3ED"/>
                </a:solidFill>
                <a:latin typeface="Calibri"/>
                <a:ea typeface="Calibri"/>
                <a:cs typeface="Calibri"/>
              </a:rPr>
              <a:t>Semana 5 de estudo</a:t>
            </a:r>
          </a:p>
          <a:p xmlns:a="http://schemas.openxmlformats.org/drawingml/2006/main">
            <a: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1E3ED"/>
                </a:solidFill>
                <a:latin typeface="Calibri"/>
                <a:ea typeface="Calibri"/>
                <a:cs typeface="Calibri"/>
              </a:rPr>
              <a:t>Vulnerability Assessment / Configuration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5FAB9F7-C0D8-48F2-94CE-8250B04C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9EB9C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9EB9C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9EB9CA"/>
                </a:solidFill>
                <a:latin typeface="Calibri"/>
                <a:ea typeface="Calibri"/>
                <a:cs typeface="Calibri"/>
              </a:rPr>
              <a:t>Tenable VM Specialist Written Exam •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18354111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6950116F-E74F-41F2-8FD5-12618124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05  Scans de rede e credenciais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5A66780-804E-4766-A15E-7348DD1B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Templates e políticas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C2E61FF3-F2E2-4068-A9FE-C7C130F6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Basic Network Scan atende avaliações usuais de rede.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2E6DBF1D-193C-4A43-BB69-008BBF87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Advanced Network Scan oferece opções adicionais.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489B7BBD-8110-48E5-AA68-D7C533FA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Credentialed Patch Audit enumera atualizações ausentes.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0FF2BB24-BF19-41D1-AE24-C2657D9D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Templates customizados padronizam configurações compartilhadas.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6FFA135-97DD-41B8-8E13-343615C0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87BE6D00-472E-400E-97BE-C9E4B80E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8971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FF82624C-9D5B-4D2C-8696-387B428E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05  Scans de rede e credenciais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836736-0C06-4ABE-914D-79907319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Plugins e atualizações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EB063874-799C-40B6-888E-ED935CA4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Plugins executam verificações específicas.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0AA9D8B9-9EC2-4507-9053-9C8C5427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Famílias agrupam plugins relacionados.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623681EB-2456-442B-8303-34F83E18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Uma família totalmente habilitada inclui novos plugins recebidos.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AB996FFE-8D52-491F-9D1C-0383CE30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Seleção parcial exige atenção à cobertura futura.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49B027F2-2527-4867-A7F8-FC333817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95DDC16C-8C6C-4B7C-AB88-19E7BA63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915814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F12EDFFE-87D2-4FC1-9031-89800BCC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05  Scans de rede e credenciais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14D05F3-74D1-4631-998B-3842ED98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Credenciais Windows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9798E2B7-C9A8-47B0-B511-9FB37417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 conta precisa de privilégios adequados para checks locais.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ADFBC64B-4974-4B4C-9F7F-69581D1B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SMB, WMI e políticas do host afetam o acesso.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053763D1-E683-4B08-909E-93C5FC90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Remote Registry e shares administrativos fazem parte da revisão.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4CA4C119-A5DB-43CE-9BD0-4699D011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Credenciais corretas podem falhar por bloqueios de acesso.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7A3C15B-82AB-41AE-8569-F7A24938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CB9BD9DD-20E4-4874-A95F-624938E0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314691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B9BCC70C-918F-4797-BB1B-6A0325CF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05  Scans de rede e credenciais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AD156B6-71BA-43BC-BA3E-2F299F35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Credenciais Linux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2FFC2B5D-706D-45BB-ADA3-5CC7F616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SSH fornece acesso às verificações locais.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984104B0-93C5-4095-A7A5-12267870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Chave ou senha deve corresponder ao usuário do alvo.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0064A581-933D-42DA-B440-3B1C763E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Verificações completas exigem privilégios adequados.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0517EDD8-0496-40B7-8DB9-2D60BE6C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Elevação e inventário de pacotes precisam funcionar.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B5E14A1-BA0E-48BB-82B1-C3ECDBDC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F33D952A-4DED-4C83-A2EC-2392C3A2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453233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73A7B789-DEEC-4569-ABAD-D3162635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05  Scans de rede e credenciais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3DFCB6-3BD5-43F4-B2F3-FD10E87B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Evidência de scan autenticado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59AC47C9-5D45-4317-A832-FA19AD2A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O status final do scan não comprova autenticação completa.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FDF81FD3-915A-44CA-B847-6277B53B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Plugin 19506 registra informações da execução.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E767EC32-68B4-4931-83DA-6A3F2907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Plugin 21745 apoia o diagnóstico de avaliação de patches.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EF1F5744-5FFF-4AA8-BFF7-CAA87231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Inventário e permissões completam a análise.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491B9F15-4E4A-4A0F-8ABF-FF8B2F06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9191CDD0-601E-4961-AEBB-B35D6015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432121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D75EF06C-A2B8-484A-AFB3-FBEF92FC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05  Scans de rede e credenciais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730DEBC-0D47-4416-9B2E-96A4E08F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Tuning e diagnóstico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1B2A41AF-7EFB-4845-983F-31F35D3F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Concorrência, timeouts e alcance afetam duração e cobertura.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7C36EBC2-C6C7-4C15-AC15-077A59E9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Uma alteração por vez permite comparar o efeito.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1ECFDA3A-86E7-4AE9-B374-13CDBEED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CPU, memória, rede e alvo podem limitar desempenho.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572D6721-65EE-4BD1-835C-14F8087D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Menos findings pode indicar perda de cobertura.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B180588-4B0A-4505-A3A8-7C1B2CF7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89459069-FFB1-4DA1-A902-9566D828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264200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A9BD7546-ABDF-47F7-8913-2F4B26D1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05  Scans de rede e credenciais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C21619-AA4B-4B55-B8F1-2852E7C5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Laboratório de credenciais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B5712490-AED2-488C-99B7-978B4E63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Entrega: comparação autenticado versus não autenticado.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14957263-35BB-4E86-9D45-9A93F85D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Falha: senha correta com inventário de pacotes inacessível.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C0ED72D4-776C-467D-8C4D-C3844408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Evidência: output, configuração e hipótese confirmada.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682CE561-3163-471C-A580-A7F473AF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Simulado 05: 20 questões, 40 minutos.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21D4476-D330-41AD-99E2-A61132EC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600A94A5-C299-4332-8ED3-EF321C31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531725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2026-10-09T20:14:28.9920000Z</dcterms:created>
  <dcterms:modified xsi:type="dcterms:W3CDTF">2026-10-09T20:14:28.9920000Z</dcterms:modified>
</coreProperties>
</file>
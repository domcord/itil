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d435e6ab3407f" /><Relationship Type="http://schemas.openxmlformats.org/officeDocument/2006/relationships/extended-properties" Target="/docProps/app.xml" Id="R662a1fe44d0a486a" /><Relationship Type="http://schemas.openxmlformats.org/officeDocument/2006/relationships/officeDocument" Target="/ppt/presentation.xml" Id="Rd98ff61d5eb5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ecd995c1c14ccb"/>
  </p:sldMasterIdLst>
  <p:notesMasterIdLst>
    <p:notesMasterId xmlns:r="http://schemas.openxmlformats.org/officeDocument/2006/relationships" r:id="Rdbd79b9059ae485c"/>
  </p:notesMasterIdLst>
  <p:sldIdLst>
    <p:sldId xmlns:r="http://schemas.openxmlformats.org/officeDocument/2006/relationships" id="256" r:id="R749038c439504704"/>
    <p:sldId xmlns:r="http://schemas.openxmlformats.org/officeDocument/2006/relationships" id="257" r:id="Rfd0ccdaf9744496c"/>
    <p:sldId xmlns:r="http://schemas.openxmlformats.org/officeDocument/2006/relationships" id="258" r:id="R1423b67cbfa6495b"/>
    <p:sldId xmlns:r="http://schemas.openxmlformats.org/officeDocument/2006/relationships" id="259" r:id="R4e51558a996d4898"/>
    <p:sldId xmlns:r="http://schemas.openxmlformats.org/officeDocument/2006/relationships" id="260" r:id="Ree99f38f6fd044b4"/>
    <p:sldId xmlns:r="http://schemas.openxmlformats.org/officeDocument/2006/relationships" id="261" r:id="R146f3dbf3db24307"/>
    <p:sldId xmlns:r="http://schemas.openxmlformats.org/officeDocument/2006/relationships" id="262" r:id="R61501418d66949d0"/>
    <p:sldId xmlns:r="http://schemas.openxmlformats.org/officeDocument/2006/relationships" id="263" r:id="R613267ab6775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7157264a454da8" /><Relationship Type="http://schemas.openxmlformats.org/officeDocument/2006/relationships/slideMaster" Target="/ppt/slideMasters/slideMaster1.xml" Id="R2decd995c1c14ccb" /><Relationship Type="http://schemas.openxmlformats.org/officeDocument/2006/relationships/notesMaster" Target="/ppt/notesMasters/notesMaster1.xml" Id="Rdbd79b9059ae485c" /><Relationship Type="http://schemas.openxmlformats.org/officeDocument/2006/relationships/presProps" Target="/ppt/presProps.xml" Id="Rc49b6d2082844b8a" /><Relationship Type="http://schemas.openxmlformats.org/officeDocument/2006/relationships/tableStyles" Target="/ppt/tableStyles.xml" Id="R22829b0fe6bb4cc1" /><Relationship Type="http://schemas.openxmlformats.org/officeDocument/2006/relationships/slide" Target="/ppt/slides/slide1.xml" Id="R749038c439504704" /><Relationship Type="http://schemas.openxmlformats.org/officeDocument/2006/relationships/slide" Target="/ppt/slides/slide2.xml" Id="Rfd0ccdaf9744496c" /><Relationship Type="http://schemas.openxmlformats.org/officeDocument/2006/relationships/slide" Target="/ppt/slides/slide3.xml" Id="R1423b67cbfa6495b" /><Relationship Type="http://schemas.openxmlformats.org/officeDocument/2006/relationships/slide" Target="/ppt/slides/slide4.xml" Id="R4e51558a996d4898" /><Relationship Type="http://schemas.openxmlformats.org/officeDocument/2006/relationships/slide" Target="/ppt/slides/slide5.xml" Id="Ree99f38f6fd044b4" /><Relationship Type="http://schemas.openxmlformats.org/officeDocument/2006/relationships/slide" Target="/ppt/slides/slide6.xml" Id="R146f3dbf3db24307" /><Relationship Type="http://schemas.openxmlformats.org/officeDocument/2006/relationships/slide" Target="/ppt/slides/slide7.xml" Id="R61501418d66949d0" /><Relationship Type="http://schemas.openxmlformats.org/officeDocument/2006/relationships/slide" Target="/ppt/slides/slide8.xml" Id="R613267ab6775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b06f6b806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947e541f04d1c" /><Relationship Type="http://schemas.openxmlformats.org/officeDocument/2006/relationships/notesMaster" Target="/ppt/notesMasters/notesMaster1.xml" Id="R55e7a9adfaba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6100155a04f07" /><Relationship Type="http://schemas.openxmlformats.org/officeDocument/2006/relationships/notesMaster" Target="/ppt/notesMasters/notesMaster1.xml" Id="Re7d7c8d52f8a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0abdfa9e634cf7" /><Relationship Type="http://schemas.openxmlformats.org/officeDocument/2006/relationships/notesMaster" Target="/ppt/notesMasters/notesMaster1.xml" Id="R2cb8109ef048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f76971b7334d22" /><Relationship Type="http://schemas.openxmlformats.org/officeDocument/2006/relationships/notesMaster" Target="/ppt/notesMasters/notesMaster1.xml" Id="R8b56cc9983e8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a8d1e61064e93" /><Relationship Type="http://schemas.openxmlformats.org/officeDocument/2006/relationships/notesMaster" Target="/ppt/notesMasters/notesMaster1.xml" Id="Rb9d83f4a7ccf46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14fdd795d545b2" /><Relationship Type="http://schemas.openxmlformats.org/officeDocument/2006/relationships/notesMaster" Target="/ppt/notesMasters/notesMaster1.xml" Id="R08fac2b8b89e49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1e8be7cfe4d53" /><Relationship Type="http://schemas.openxmlformats.org/officeDocument/2006/relationships/notesMaster" Target="/ppt/notesMasters/notesMaster1.xml" Id="R9c6d02f6373348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adb4ff9864736" /><Relationship Type="http://schemas.openxmlformats.org/officeDocument/2006/relationships/notesMaster" Target="/ppt/notesMasters/notesMaster1.xml" Id="Ra8652b9bde83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Escolher a modalidade de scan de agents e interpretar vínculo, execução e envio.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notebook fora da rede corporativa pode executar checks locais conforme a modalidade configurada. O envio depende da comunicação posterior com o gerenciador.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instalado, vinculado, comunicado, executado e enviado. Esses estados não são equivalentes.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confundir a duração da janela com a garantia de participação de todos os agents. Validar quais hosts efetivamente forneceram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Triggered scans oferecem independência em relação ao lançamento de uma janela pela plataforma. O guia limita a aceitação de dados antigos. Conferir o valor atual antes de memorizar limites.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recomenda window scans quando é necessário exportar resultados individuais. Para triggered scans, a exportação de vulnerabilidades utiliza a API de bulk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Atualização datada de 06/10/2026: health Offline para agents sem check-in por 72 horas. Estudar como atualização de produto. A publicação não comprova que o assunto será cobrado no exame.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F44: VM 2026 Release Notes</a:t>
            </a:r>
          </a:p>
          <a:p xmlns:a="http://schemas.openxmlformats.org/drawingml/2006/main">
            <a:r>
              <a:t>https://docs.tenable.com/release-notes/Content/vulnerability-management/2026.htm</a:t>
            </a:r>
          </a:p>
          <a:p xmlns:a="http://schemas.openxmlformats.org/drawingml/2006/main">
            <a:r>
              <a:t>Data: 2026-10-06. última entrada observada, até o corte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L06. Sem console, escolher modalidade para três perfis de disponibilidade. Com console, conferir um agent do laboratório e seu histórico. Nunca usar reset como primeiro passo sem diagnóstico.</a:t>
            </a:r>
          </a:p>
          <a:p xmlns:a="http://schemas.openxmlformats.org/drawingml/2006/main">
            <a:r>
              <a:t>Material local de apoio: L02 páginas PDF 339, 340, 1300. L03 itens 3. L01 itens 33, 41. Triggered versus window e execução local. Offline exige condições documentadas e envio posterior.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5e59dec764d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ff6be7b524f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f0fbc9cca4c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b9fd59aab4c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1d7257e0440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766651d5d4c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7EBA5A-11DE-4D23-8A62-642E89AC4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27D8CD-0A26-4614-8E63-FAF9A3E7C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63C7A9-6E29-4907-B687-F1B17E61B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2A4701-9E4C-4FFC-837C-3C3B30093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348F98-5397-4C85-8FCD-DCBB425460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D95C36-A547-42FA-9628-5276BF70A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71C657-57A9-4437-B79D-67B7370EC0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6603B9-1056-4685-8DA2-A6A8BDE7B0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6EED16-872B-409C-BB92-E302DB38A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E7E291-0705-4D0F-8955-B927FA2301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8af3fdcfe46dd" /><Relationship Type="http://schemas.openxmlformats.org/officeDocument/2006/relationships/slideLayout" Target="/ppt/slideLayouts/slideLayout1.xml" Id="Rb76dcb149ea94c30" /><Relationship Type="http://schemas.openxmlformats.org/officeDocument/2006/relationships/slideLayout" Target="/ppt/slideLayouts/slideLayout2.xml" Id="R3c90bbf3d31c4fb1" /><Relationship Type="http://schemas.openxmlformats.org/officeDocument/2006/relationships/slideLayout" Target="/ppt/slideLayouts/slideLayout3.xml" Id="Rb5a7af7ed1f7476b" /><Relationship Type="http://schemas.openxmlformats.org/officeDocument/2006/relationships/slideLayout" Target="/ppt/slideLayouts/slideLayout4.xml" Id="R551fe4b7f3024162" /><Relationship Type="http://schemas.openxmlformats.org/officeDocument/2006/relationships/slideLayout" Target="/ppt/slideLayouts/slideLayout5.xml" Id="R27a0e97c84244099" /><Relationship Type="http://schemas.openxmlformats.org/officeDocument/2006/relationships/slideLayout" Target="/ppt/slideLayouts/slideLayout6.xml" Id="Ra5cd7ad46cf7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6dcb149ea94c30"/>
    <p:sldLayoutId xmlns:r="http://schemas.openxmlformats.org/officeDocument/2006/relationships" id="2147483650" r:id="R3c90bbf3d31c4fb1"/>
    <p:sldLayoutId xmlns:r="http://schemas.openxmlformats.org/officeDocument/2006/relationships" id="2147483651" r:id="Rb5a7af7ed1f7476b"/>
    <p:sldLayoutId xmlns:r="http://schemas.openxmlformats.org/officeDocument/2006/relationships" id="2147483652" r:id="R551fe4b7f3024162"/>
    <p:sldLayoutId xmlns:r="http://schemas.openxmlformats.org/officeDocument/2006/relationships" id="2147483653" r:id="R27a0e97c84244099"/>
    <p:sldLayoutId xmlns:r="http://schemas.openxmlformats.org/officeDocument/2006/relationships" id="2147483654" r:id="Ra5cd7ad46cf7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64cc3d374461e" /><Relationship Type="http://schemas.openxmlformats.org/officeDocument/2006/relationships/notesSlide" Target="/ppt/notesSlides/notesSlide1.xml" Id="R32d71dd1978d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48f2074af42cc" /><Relationship Type="http://schemas.openxmlformats.org/officeDocument/2006/relationships/notesSlide" Target="/ppt/notesSlides/notesSlide2.xml" Id="Rd3433fcb044e4e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d9f63e0dd4d48" /><Relationship Type="http://schemas.openxmlformats.org/officeDocument/2006/relationships/notesSlide" Target="/ppt/notesSlides/notesSlide3.xml" Id="R9d1ae98e427f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64b3a861b4979" /><Relationship Type="http://schemas.openxmlformats.org/officeDocument/2006/relationships/notesSlide" Target="/ppt/notesSlides/notesSlide4.xml" Id="Rb90a8b256cc2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73899158d4425" /><Relationship Type="http://schemas.openxmlformats.org/officeDocument/2006/relationships/notesSlide" Target="/ppt/notesSlides/notesSlide5.xml" Id="Raf54f4fa23bc47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adecbe77143b9" /><Relationship Type="http://schemas.openxmlformats.org/officeDocument/2006/relationships/notesSlide" Target="/ppt/notesSlides/notesSlide6.xml" Id="Rb158870f48834d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63a4440c64159" /><Relationship Type="http://schemas.openxmlformats.org/officeDocument/2006/relationships/notesSlide" Target="/ppt/notesSlides/notesSlide7.xml" Id="Rd98a01b29fa944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be9f1fb0c45d0" /><Relationship Type="http://schemas.openxmlformats.org/officeDocument/2006/relationships/notesSlide" Target="/ppt/notesSlides/notesSlide8.xml" Id="R1003e65f32e740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7B4278F2-1F7A-4067-BCE2-7FF16673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553CCA-CEEE-4C64-9DB4-EF06424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Agents e cobertura móvel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D39EF8E-8E3C-47FC-9223-3BF796B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Escolher a modalidade de scan de agents e interpretar vínculo, execução e envio.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60F2FF23-FFA6-405E-BC7D-F25DB276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6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Installation / Vulnerability Assessment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8272BDD-AF43-47A2-99AC-27CA572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818738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57F4F4A-F910-4932-909B-47F2AD0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743E34-5BCB-4FC6-B1ED-ED64F3A4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Avaliação local do host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79AF0A1-2D48-47DC-9A67-092D32EA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agent utiliza CPU e memória do próprio host.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C991CE7B-EEEC-4ED9-8404-41C073A4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host envia os resultados à plataforma.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30F17FF-5490-4944-9952-601EC9B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avaliação local amplia cobertura de endpoints móveis.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5C10F46D-FE26-4E3F-ACD9-EF95367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visão remota de serviços continua relevante.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827D840-E778-48D4-AAB2-2100804E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23F15E00-0AB2-4118-81DD-35AAAB13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9492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51516EB-F800-4D19-9526-3E564F5C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620D49-ACA1-4B25-AB63-AAFB72FC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Link, grupos e status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DC2FAADE-EF7D-4770-B09B-00283C10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Linking key e endpoint associam o agent ao gerenciador.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3C41055D-0147-4524-8656-EEF1054F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Agent groups organizam os participantes do scan.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55D631A-E56C-4323-8893-1DD03A57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Status local ajuda a confirmar serviço e vínculo.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F3C92C75-8317-4AB3-AA27-8D0D1201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Última comunicação e plugin set ajudam no diagnóstico.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6FDEC3B-CB9C-40B6-B740-45BF351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523AAAB3-4B88-4C80-A3AA-8715705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6023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35FDCE9-1A83-46EC-BDAD-0BBE7DA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D0F9E1-A095-41BF-9BEC-CAD8573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Scan Window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7F6D4255-2259-435D-A3E8-434E7D6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janela define o período para o grupo reportar.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EBB87D94-F9CB-4B51-97A5-7CA45CF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plataforma ou o usuário inicia a janela.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B5960F0-6E8A-403A-A16C-D39DC382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Endpoints indisponíveis podem criar lacunas.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46CD6408-F672-45D5-A91D-A7546B2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disponibilidade do grupo orienta duração e horário.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B7C4A1C-75BB-4AF1-95E2-AABFE61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0600D709-9ACD-44BC-ABA1-5448FE7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9351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CBB6E5B-0A89-475B-9F47-1CE42EA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A597AE-85BF-4735-AADB-E6C7C15D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Triggered Scan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323412E7-2202-4F26-BE11-D5EF046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agent inicia a execução a partir de um trigger.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0DD985DE-6BEC-40E2-9356-17B6E9B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Triggers podem usar intervalo, arquivo ou nessuscli.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AE8CCCB-9BBF-4A1B-BAE5-D164BDFE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Mobilidade e múltiplos fusos favorecem esse modelo.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2B97D347-4AA4-4D77-B5FF-81031B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plataforma aceita os dados conforme as regras documentadas.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B0FC131-7BA5-4514-8460-BB8C6CDA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45AD87AC-63FC-4973-AC64-A6800D1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1224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8134CF45-622E-485C-BA10-80B7C2A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B1CAD3-A449-42A2-A64C-F23230C5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Comparação de modalidades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817CD-20BC-48F5-8E93-7053FA12B1FF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3905250"/>
                <a:gridCol w="43148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Scan Window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Triggered Scan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Início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Plataforma ou usuário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Trigger no agent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Participação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Período definido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Conforme ocorrência do trigger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Mobilidade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Exige atenção à janela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Maior flexibilidade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Exportação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Resultados individuais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Bulk vulnerability export API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7B137A-0C6F-466E-86A0-DDD5C30B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550CD511-EA48-4B13-92B2-2907143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31060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F7D0A87-38D9-4FAF-9642-A1D3882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EE28F9-675B-4073-9D22-DEFDD52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Saúde e evolução do produto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359A1489-1303-4439-99A6-9DC5711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Check-in recente ajuda a avaliar comunicação.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DDBDBD7D-ECF3-40D8-8407-6475CF3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Profiles controlam configurações aplicáveis aos agents.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4C68A89E-29B7-486B-A2DD-6958073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Release notes registram mudanças de saúde e avaliação.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F40A687E-44DB-4522-8BDB-FFD312C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função disponível depende da versão e do ambiente.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027C5EC-B5B6-45CD-BDB8-EAB1932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4F98BDB-B9BC-441B-BEEC-12007A82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6479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0959DB3-B66D-4BFB-9575-22EAB66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06  Agents e cobertura móvel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570150-CA33-4A20-8FF3-E536169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agents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C856EFAD-5DE0-43CE-9A0B-B0C76620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trilha instalado, vinculado, executado e enviado.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CABA7C5-C08A-42E8-96D4-71C2D059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notebooks deixam de participar de uma janela curta.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0710357A-1D0B-497B-9894-73E5DC4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Análise: modalidade, comunicação, grupos e resultado.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E2DF90C0-F742-4393-9923-4C58D7B4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06: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8631795-C7CD-41EE-A8CC-627463FB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81684F8-E709-4FA3-A30F-D4D1164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9680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2026-10-09T20:14:33.2320000Z</dcterms:created>
  <dcterms:modified xsi:type="dcterms:W3CDTF">2026-10-09T20:14:33.2320000Z</dcterms:modified>
</coreProperties>
</file>
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18207664c544e0" /><Relationship Type="http://schemas.openxmlformats.org/officeDocument/2006/relationships/extended-properties" Target="/docProps/app.xml" Id="R3271e36633f14428" /><Relationship Type="http://schemas.openxmlformats.org/officeDocument/2006/relationships/officeDocument" Target="/ppt/presentation.xml" Id="Red368ba8cf3746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d3be3403e04b60"/>
  </p:sldMasterIdLst>
  <p:notesMasterIdLst>
    <p:notesMasterId xmlns:r="http://schemas.openxmlformats.org/officeDocument/2006/relationships" r:id="R12b5ba969b1f4b4e"/>
  </p:notesMasterIdLst>
  <p:sldIdLst>
    <p:sldId xmlns:r="http://schemas.openxmlformats.org/officeDocument/2006/relationships" id="256" r:id="Rf2cd484d6af94134"/>
    <p:sldId xmlns:r="http://schemas.openxmlformats.org/officeDocument/2006/relationships" id="257" r:id="R55633a523ac7412b"/>
    <p:sldId xmlns:r="http://schemas.openxmlformats.org/officeDocument/2006/relationships" id="258" r:id="R2adc7129cdbc4672"/>
    <p:sldId xmlns:r="http://schemas.openxmlformats.org/officeDocument/2006/relationships" id="259" r:id="Rf745c21b6c354ca1"/>
    <p:sldId xmlns:r="http://schemas.openxmlformats.org/officeDocument/2006/relationships" id="260" r:id="R08c19c429e084060"/>
    <p:sldId xmlns:r="http://schemas.openxmlformats.org/officeDocument/2006/relationships" id="261" r:id="R8014128bd02847ae"/>
    <p:sldId xmlns:r="http://schemas.openxmlformats.org/officeDocument/2006/relationships" id="262" r:id="R645276b032ba4214"/>
    <p:sldId xmlns:r="http://schemas.openxmlformats.org/officeDocument/2006/relationships" id="263" r:id="R0d49d13e8e4240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34acdff3c84eab" /><Relationship Type="http://schemas.openxmlformats.org/officeDocument/2006/relationships/slideMaster" Target="/ppt/slideMasters/slideMaster1.xml" Id="R68d3be3403e04b60" /><Relationship Type="http://schemas.openxmlformats.org/officeDocument/2006/relationships/notesMaster" Target="/ppt/notesMasters/notesMaster1.xml" Id="R12b5ba969b1f4b4e" /><Relationship Type="http://schemas.openxmlformats.org/officeDocument/2006/relationships/presProps" Target="/ppt/presProps.xml" Id="Ra236627add1746e2" /><Relationship Type="http://schemas.openxmlformats.org/officeDocument/2006/relationships/tableStyles" Target="/ppt/tableStyles.xml" Id="Re5230b3a13a8492b" /><Relationship Type="http://schemas.openxmlformats.org/officeDocument/2006/relationships/slide" Target="/ppt/slides/slide1.xml" Id="Rf2cd484d6af94134" /><Relationship Type="http://schemas.openxmlformats.org/officeDocument/2006/relationships/slide" Target="/ppt/slides/slide2.xml" Id="R55633a523ac7412b" /><Relationship Type="http://schemas.openxmlformats.org/officeDocument/2006/relationships/slide" Target="/ppt/slides/slide3.xml" Id="R2adc7129cdbc4672" /><Relationship Type="http://schemas.openxmlformats.org/officeDocument/2006/relationships/slide" Target="/ppt/slides/slide4.xml" Id="Rf745c21b6c354ca1" /><Relationship Type="http://schemas.openxmlformats.org/officeDocument/2006/relationships/slide" Target="/ppt/slides/slide5.xml" Id="R08c19c429e084060" /><Relationship Type="http://schemas.openxmlformats.org/officeDocument/2006/relationships/slide" Target="/ppt/slides/slide6.xml" Id="R8014128bd02847ae" /><Relationship Type="http://schemas.openxmlformats.org/officeDocument/2006/relationships/slide" Target="/ppt/slides/slide7.xml" Id="R645276b032ba4214" /><Relationship Type="http://schemas.openxmlformats.org/officeDocument/2006/relationships/slide" Target="/ppt/slides/slide8.xml" Id="R0d49d13e8e4240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70f21d2cd741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692fe656094fcd" /><Relationship Type="http://schemas.openxmlformats.org/officeDocument/2006/relationships/notesMaster" Target="/ppt/notesMasters/notesMaster1.xml" Id="R6ceb5889bf2144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30bb95d4d34594" /><Relationship Type="http://schemas.openxmlformats.org/officeDocument/2006/relationships/notesMaster" Target="/ppt/notesMasters/notesMaster1.xml" Id="Rd737bae70e51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4ff4156bc04853" /><Relationship Type="http://schemas.openxmlformats.org/officeDocument/2006/relationships/notesMaster" Target="/ppt/notesMasters/notesMaster1.xml" Id="R92b35e908edf4c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09e31435254bbf" /><Relationship Type="http://schemas.openxmlformats.org/officeDocument/2006/relationships/notesMaster" Target="/ppt/notesMasters/notesMaster1.xml" Id="Rdfcc91fd6aab4d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47e2b6fc344690" /><Relationship Type="http://schemas.openxmlformats.org/officeDocument/2006/relationships/notesMaster" Target="/ppt/notesMasters/notesMaster1.xml" Id="R8bb39030e1974c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36b3360fc647f9" /><Relationship Type="http://schemas.openxmlformats.org/officeDocument/2006/relationships/notesMaster" Target="/ppt/notesMasters/notesMaster1.xml" Id="R910c9e70a0f24c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6d659974cb413b" /><Relationship Type="http://schemas.openxmlformats.org/officeDocument/2006/relationships/notesMaster" Target="/ppt/notesMasters/notesMaster1.xml" Id="R9373b6c104d541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0994a02b854203" /><Relationship Type="http://schemas.openxmlformats.org/officeDocument/2006/relationships/notesMaster" Target="/ppt/notesMasters/notesMaster1.xml" Id="Rc6a2a8d8a6bf4b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Organizar ativos, aplicar acesso adequado e controlar o escopo dos scans.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atual contempla custom roles. Diferenciar capacidade de criar scans de acesso aos dados da equipe.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F13: Roles</a:t>
            </a:r>
          </a:p>
          <a:p xmlns:a="http://schemas.openxmlformats.org/drawingml/2006/main">
            <a:r>
              <a:t>https://docs.tenable.com/vulnerability-management/Content/Settings/access-control/UserRoles.htm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F14: RBAC Get Started</a:t>
            </a:r>
          </a:p>
          <a:p xmlns:a="http://schemas.openxmlformats.org/drawingml/2006/main">
            <a:r>
              <a:t>https://docs.tenable.com/vulnerability-management/Content/Settings/access-control/rbac-get-started.htm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Exemplos autorais: Ambiente:Lab, Local:Filial, Equipe:Infra. Reavaliar as regras quando o ativo muda de função ou endereço.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F15: Tag Format and Application</a:t>
            </a:r>
          </a:p>
          <a:p xmlns:a="http://schemas.openxmlformats.org/drawingml/2006/main">
            <a:r>
              <a:t>https://docs.tenable.com/vulnerability-management/Content/Settings/Tagging/TagFormatAndApplication.htm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autoral: filial A e B utilizam 10.0.0.10. Criar contextos separados. Evitar mover sensores entre networks sem conferir o efeito nos ativos existentes.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F16: Networks</a:t>
            </a:r>
          </a:p>
          <a:p xmlns:a="http://schemas.openxmlformats.org/drawingml/2006/main">
            <a:r>
              <a:t>https://docs.tenable.com/vulnerability-management/Content/Settings/Sensors/Networks.htm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guia descreve round robin por tasks. Não pressupor que todo o scan é atribuído integralmente a um único scanner do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F17: Scan Distribution</a:t>
            </a:r>
          </a:p>
          <a:p xmlns:a="http://schemas.openxmlformats.org/drawingml/2006/main">
            <a:r>
              <a:t>https://docs.tenable.com/vulnerability-management/Content/Scans/scan-distribution.htm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Exercício: distinguir exclusão preventiva de aceitação de risco. Registrar quem aprova, alvo, duração e alternativa de cobertura como prática de gestão.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F18: Exclusions</a:t>
            </a:r>
          </a:p>
          <a:p xmlns:a="http://schemas.openxmlformats.org/drawingml/2006/main">
            <a:r>
              <a:t>https://docs.tenable.com/vulnerability-management/Content/Settings/Exclusions/Exclusions.htm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Existe uma nota antiga em CVSS vs. VPR afirmando severidade baseada em CVSS. General Settings e a release de 27/04/2026 documentam VPR. Conferir a configuração real do tenant e manter explícita a métrica do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F19: General Settings</a:t>
            </a:r>
          </a:p>
          <a:p xmlns:a="http://schemas.openxmlformats.org/drawingml/2006/main">
            <a:r>
              <a:t>https://docs.tenable.com/vulnerability-management/Content/Settings/General/General.htm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L03. Sem console, montar uma tabela usuário, role, tag e permissão. Com console de estudo, validar com usuário de teste. Descrever o efeito de uma exclusão sobre a cobertura.</a:t>
            </a:r>
          </a:p>
          <a:p xmlns:a="http://schemas.openxmlformats.org/drawingml/2006/main">
            <a:r>
              <a:t>Material local de apoio: L02 páginas PDF 1105, 1193, 1202, 1300. L03 itens 12, 19, 25. L01 itens 36, 40. Roles, permissões, tags e networks. Diferenciar objetos de produtos distintos.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F14: RBAC Get Started</a:t>
            </a:r>
          </a:p>
          <a:p xmlns:a="http://schemas.openxmlformats.org/drawingml/2006/main">
            <a:r>
              <a:t>https://docs.tenable.com/vulnerability-management/Content/Settings/access-control/rbac-get-started.htm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F15: Tag Format and Application</a:t>
            </a:r>
          </a:p>
          <a:p xmlns:a="http://schemas.openxmlformats.org/drawingml/2006/main">
            <a:r>
              <a:t>https://docs.tenable.com/vulnerability-management/Content/Settings/Tagging/TagFormatAndApplication.htm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F16: Networks</a:t>
            </a:r>
          </a:p>
          <a:p xmlns:a="http://schemas.openxmlformats.org/drawingml/2006/main">
            <a:r>
              <a:t>https://docs.tenable.com/vulnerability-management/Content/Settings/Sensors/Networks.htm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bdb637a5344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0d6d4082541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0f20e810f41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3f71e29f04e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5264996414b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6fa3bb98045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E80497-1827-4891-A61F-5E5013D15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D36D92-47AA-47E2-B1F6-D07D3662D3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039E25-32E0-4C81-BF44-3615D8A67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EAF956-134A-4370-95F1-30D18FCF91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8AF136-1FEB-4838-8515-13093C477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4A9C2F-B5A9-4373-BEDE-D31630E52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1B5437-E130-4D26-82A3-AFDCDE0CAF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FC2532-AE4F-409E-835A-733236AF01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1FCF3C-2555-4C01-A872-55C59C7CD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30492F-7F73-4207-ACDA-921FBEB94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6cab480b704cad" /><Relationship Type="http://schemas.openxmlformats.org/officeDocument/2006/relationships/slideLayout" Target="/ppt/slideLayouts/slideLayout1.xml" Id="R0732481b30f44d60" /><Relationship Type="http://schemas.openxmlformats.org/officeDocument/2006/relationships/slideLayout" Target="/ppt/slideLayouts/slideLayout2.xml" Id="Re52d01fdbd3944b5" /><Relationship Type="http://schemas.openxmlformats.org/officeDocument/2006/relationships/slideLayout" Target="/ppt/slideLayouts/slideLayout3.xml" Id="R0ef02ae35c0040e2" /><Relationship Type="http://schemas.openxmlformats.org/officeDocument/2006/relationships/slideLayout" Target="/ppt/slideLayouts/slideLayout4.xml" Id="Rd201c795d4144a29" /><Relationship Type="http://schemas.openxmlformats.org/officeDocument/2006/relationships/slideLayout" Target="/ppt/slideLayouts/slideLayout5.xml" Id="R7ebdd86150ae480d" /><Relationship Type="http://schemas.openxmlformats.org/officeDocument/2006/relationships/slideLayout" Target="/ppt/slideLayouts/slideLayout6.xml" Id="Rce5a92e517b2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32481b30f44d60"/>
    <p:sldLayoutId xmlns:r="http://schemas.openxmlformats.org/officeDocument/2006/relationships" id="2147483650" r:id="Re52d01fdbd3944b5"/>
    <p:sldLayoutId xmlns:r="http://schemas.openxmlformats.org/officeDocument/2006/relationships" id="2147483651" r:id="R0ef02ae35c0040e2"/>
    <p:sldLayoutId xmlns:r="http://schemas.openxmlformats.org/officeDocument/2006/relationships" id="2147483652" r:id="Rd201c795d4144a29"/>
    <p:sldLayoutId xmlns:r="http://schemas.openxmlformats.org/officeDocument/2006/relationships" id="2147483653" r:id="R7ebdd86150ae480d"/>
    <p:sldLayoutId xmlns:r="http://schemas.openxmlformats.org/officeDocument/2006/relationships" id="2147483654" r:id="Rce5a92e517b2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b5a82362b42a5" /><Relationship Type="http://schemas.openxmlformats.org/officeDocument/2006/relationships/notesSlide" Target="/ppt/notesSlides/notesSlide1.xml" Id="R7325b85225314b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95adba0584d4c" /><Relationship Type="http://schemas.openxmlformats.org/officeDocument/2006/relationships/notesSlide" Target="/ppt/notesSlides/notesSlide2.xml" Id="Re1451f9730f146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05548355c4275" /><Relationship Type="http://schemas.openxmlformats.org/officeDocument/2006/relationships/notesSlide" Target="/ppt/notesSlides/notesSlide3.xml" Id="R38ac1c0ced69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f03a305664751" /><Relationship Type="http://schemas.openxmlformats.org/officeDocument/2006/relationships/notesSlide" Target="/ppt/notesSlides/notesSlide4.xml" Id="R118070306ead40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a7caba27744c8" /><Relationship Type="http://schemas.openxmlformats.org/officeDocument/2006/relationships/notesSlide" Target="/ppt/notesSlides/notesSlide5.xml" Id="R1fdf1ed0eb6c4c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60d9f70eb4d71" /><Relationship Type="http://schemas.openxmlformats.org/officeDocument/2006/relationships/notesSlide" Target="/ppt/notesSlides/notesSlide6.xml" Id="R03f5f746c0dd48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bc62d82cf4f49" /><Relationship Type="http://schemas.openxmlformats.org/officeDocument/2006/relationships/notesSlide" Target="/ppt/notesSlides/notesSlide7.xml" Id="Rf9cb9c63fc754c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091e4978a42a2" /><Relationship Type="http://schemas.openxmlformats.org/officeDocument/2006/relationships/notesSlide" Target="/ppt/notesSlides/notesSlide8.xml" Id="R2820ba35114b48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B5BD7217-C5BF-41A7-8BD5-ACE7B58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FD6CC"/>
                </a:solidFill>
                <a:latin typeface="Calibri"/>
                <a:ea typeface="Calibri"/>
                <a:cs typeface="Calibri"/>
              </a:rPr>
              <a:t>TEMA 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DEFEC2-270C-4726-913C-7B38DD54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10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Configuração e acesso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5383C45-FAE9-473E-ADB0-9E20E51E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E4F1F5"/>
                </a:solidFill>
                <a:latin typeface="Calibri"/>
                <a:ea typeface="Calibri"/>
                <a:cs typeface="Calibri"/>
              </a:rPr>
              <a:t>Organizar ativos, aplicar acesso adequado e controlar o escopo dos scans.</a:t>
            </a:r>
          </a:p>
        </p:txBody>
      </p:sp>
      <p:sp>
        <p:nvSpPr>
          <p:cNvPr id="4" name="Schedule">
            <a:extLst xmlns:a="http://schemas.openxmlformats.org/drawingml/2006/main">
              <a:ext uri="{FF2B5EF4-FFF2-40B4-BE49-F238E27FC236}">
                <a16:creationId xmlns:a16="http://schemas.microsoft.com/office/drawing/2014/main" id="{06958632-5D34-4BA2-89CC-86E03DD7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Semana 3 de estudo</a:t>
            </a:r>
          </a:p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Configuration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A91EC2-A125-43FC-A6A3-D9016B9F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9EB9CA"/>
                </a:solidFill>
                <a:latin typeface="Calibri"/>
                <a:ea typeface="Calibri"/>
                <a:cs typeface="Calibri"/>
              </a:rPr>
              <a:t>Tenable VM Specialist Written Exam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345455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DACA4F4B-D494-4C42-98B0-FB65C903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03  Configuração e acesso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8433D2-17E3-433D-90F7-C95F5F33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Roles e permissões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02EA42B9-F32D-4087-98CE-2694A990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Roles definem ações e funções acessíveis.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0CA50483-521C-401C-BB6E-ED9EA781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Permissões definem o acesso aos dados e recursos.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C0D6D9B6-7178-41CB-AB54-0BE38213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Tags permitem organizar o escopo de ativos.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B6E76528-7987-4E91-BFFB-03FBD4A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 usuário de teste valida o acesso efetivo.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A9A5973-5161-4124-8CE1-916ABD7A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AD967C0B-36F6-4BD4-9CF4-F38EE6B0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1087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792EE7C8-E83E-44D8-A1A6-BB4EA971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03  Configuração e acesso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CBAAB6-436D-4A32-9393-D159FFDE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Tags manuais e automáticas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23BD917A-61A0-48C2-A122-0E6B7F7E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Tags usam pares Category:Value.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A7D1D2A2-AF5E-4036-B83D-40185DEA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Atribuição manual depende de uma escolha explícita.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FA87303E-E57E-4BEE-BF92-F16EB9CF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Regras automáticas acompanham atributos dos ativos.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9D56E1E2-C77D-4639-9B3A-321CA066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mudança de atributos pode alterar a associação.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E671D39-CA50-4A2B-905E-A73A11C2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B0A47986-CABF-408A-9D5E-D8FEEF98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847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30167401-D174-4EB7-B888-C439C4C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03  Configuração e acesso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75A188-8A9B-4621-996E-D184D68F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Networks e IPs sobrepostos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9AD1B39B-B01A-43E5-ADAC-082CEC59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Networks distinguem ambientes que repetem endereços.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42421D9B-F7E2-4824-A4A0-C366D2A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 scanner ou scanner group pertence a uma network por vez.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7654A140-D7B9-4BA4-8412-B0ACCC09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Sensores na network correta reduzem duplicações.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0C03230C-0BB7-4FDA-BE3E-DD78A04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tag de network pode ajudar no filtro e no escopo.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0757EE8-EC05-4B9A-8B03-CDFF5465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FA18292C-0F6A-4746-9758-07FBCE36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5014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2498BC78-612F-4B1F-877E-A6A33D66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03  Configuração e acesso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3C3187-DF70-49EC-AB8D-C08F0152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Scanner groups e distribuição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DFA7017B-9AFC-41EF-8687-397DCEC8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grupo distribui tarefas entre scanners disponíveis.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1C45C430-3530-4D45-BDDF-07C9BD39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capacidade do scanner influencia a execução paralela.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E63DA47C-5E52-45F0-827B-1CD8F87B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Todos os scanners do grupo precisam alcançar os alvos.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3DE304DF-FB2F-43A5-BC2B-611C671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falha de rota pode produzir cobertura parcial.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8C8F356-4349-44EB-A555-9A9435B1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55B98CD5-718D-487C-A212-5CA9735C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16544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E02E7D68-3419-4C9E-9DDB-35157EC8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03  Configuração e acesso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0433365-77C2-4F19-915C-8CF7CA14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Exclusions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9C446353-20B1-4DDA-A24B-02FAC6BB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exclusão ativa prevalece sobre o alvo explícito do scan.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3A9CC8E3-0127-468E-87CA-2C112CE2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Ela afeta scans de rede. Agents executam localmente.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6D3DF6B0-A8F0-4A84-9530-83455976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Exclusões podem ser permanentes ou agendadas.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EE7DA60C-A2F1-48CA-B806-05442B70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janela agendada não interrompe um scan já iniciado.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D6FAAEE-9E42-4C24-A6E6-57949230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C421FD54-1B04-4449-B8E8-898464AF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88176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00D7DFE0-EF11-4442-9AD7-9F1DA31D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03  Configuração e acesso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9C9F3C-620E-4000-8A16-E63B45AF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Severidade e SLA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FAAB5D96-3E4D-4665-BD12-F1F5F55C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General Settings permite escolher VPR ou versões de CVSS.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04E40305-DBFA-4E02-866B-08C4FDA7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documentação atual informa VPR como padrão.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78D9A014-FB5A-4314-AFC5-628B86A4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Achados reobservados recebem a nova configuração.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C41AD27B-E9E9-4B53-AA86-87EE6896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widget de SLA tem configuração própria.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B62913E-783C-412A-AF4B-56B378F3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C51227E7-EA5C-4511-B370-38F83DB3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5455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11E058CD-5187-427C-B0D0-ABB4567D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03  Configuração e acesso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18E222-7CE7-4A01-B5F9-19C4905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Laboratório de organização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2BFC0C37-EA8A-49D7-89C4-46F2CD66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Entrega: duas tags, uma network e uma matriz de acesso.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634A2B80-0BA9-48D8-B82F-399C6053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Caso: analista da filial deve visualizar apenas seu escopo.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47FA01DD-9351-409E-AF43-904DB333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Validação: checar ações permitidas e dados visíveis.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20BAEC0A-D722-4BF8-8AF4-DFB15B9D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Simulado 03: 20 questões, 40 minutos.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180CB75-116E-4D47-AAF7-CB6D3C56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7B9B5E89-372C-423D-9134-12B4AB96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02300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2026-10-09T20:14:19.7670000Z</dcterms:created>
  <dcterms:modified xsi:type="dcterms:W3CDTF">2026-10-09T20:14:19.7670000Z</dcterms:modified>
</coreProperties>
</file>
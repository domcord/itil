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58bb727b654f85" /><Relationship Type="http://schemas.openxmlformats.org/officeDocument/2006/relationships/extended-properties" Target="/docProps/app.xml" Id="Rc9ee6031db93429b" /><Relationship Type="http://schemas.openxmlformats.org/officeDocument/2006/relationships/officeDocument" Target="/ppt/presentation.xml" Id="Rbbe12b13fd2c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72a20d09840f6"/>
  </p:sldMasterIdLst>
  <p:notesMasterIdLst>
    <p:notesMasterId xmlns:r="http://schemas.openxmlformats.org/officeDocument/2006/relationships" r:id="R9a63217b0000432c"/>
  </p:notesMasterIdLst>
  <p:sldIdLst>
    <p:sldId xmlns:r="http://schemas.openxmlformats.org/officeDocument/2006/relationships" id="256" r:id="R83cce5d6296f42c3"/>
    <p:sldId xmlns:r="http://schemas.openxmlformats.org/officeDocument/2006/relationships" id="257" r:id="R81b102f5d6894a01"/>
    <p:sldId xmlns:r="http://schemas.openxmlformats.org/officeDocument/2006/relationships" id="258" r:id="Re456c6ffd1ee4868"/>
    <p:sldId xmlns:r="http://schemas.openxmlformats.org/officeDocument/2006/relationships" id="259" r:id="Rcf9268fd27274044"/>
    <p:sldId xmlns:r="http://schemas.openxmlformats.org/officeDocument/2006/relationships" id="260" r:id="Rd90f963a7d404fce"/>
    <p:sldId xmlns:r="http://schemas.openxmlformats.org/officeDocument/2006/relationships" id="261" r:id="Re1bc437e1acf4f39"/>
    <p:sldId xmlns:r="http://schemas.openxmlformats.org/officeDocument/2006/relationships" id="262" r:id="Ra874a4cabd84402b"/>
    <p:sldId xmlns:r="http://schemas.openxmlformats.org/officeDocument/2006/relationships" id="263" r:id="R779240f6a2174010"/>
    <p:sldId xmlns:r="http://schemas.openxmlformats.org/officeDocument/2006/relationships" id="264" r:id="R885e1a4bdb83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f7307d102d4c8f" /><Relationship Type="http://schemas.openxmlformats.org/officeDocument/2006/relationships/slideMaster" Target="/ppt/slideMasters/slideMaster1.xml" Id="R40d72a20d09840f6" /><Relationship Type="http://schemas.openxmlformats.org/officeDocument/2006/relationships/notesMaster" Target="/ppt/notesMasters/notesMaster1.xml" Id="R9a63217b0000432c" /><Relationship Type="http://schemas.openxmlformats.org/officeDocument/2006/relationships/presProps" Target="/ppt/presProps.xml" Id="R9e26120c96f14120" /><Relationship Type="http://schemas.openxmlformats.org/officeDocument/2006/relationships/tableStyles" Target="/ppt/tableStyles.xml" Id="Rf57e0c8272fd4a28" /><Relationship Type="http://schemas.openxmlformats.org/officeDocument/2006/relationships/slide" Target="/ppt/slides/slide1.xml" Id="R83cce5d6296f42c3" /><Relationship Type="http://schemas.openxmlformats.org/officeDocument/2006/relationships/slide" Target="/ppt/slides/slide2.xml" Id="R81b102f5d6894a01" /><Relationship Type="http://schemas.openxmlformats.org/officeDocument/2006/relationships/slide" Target="/ppt/slides/slide3.xml" Id="Re456c6ffd1ee4868" /><Relationship Type="http://schemas.openxmlformats.org/officeDocument/2006/relationships/slide" Target="/ppt/slides/slide4.xml" Id="Rcf9268fd27274044" /><Relationship Type="http://schemas.openxmlformats.org/officeDocument/2006/relationships/slide" Target="/ppt/slides/slide5.xml" Id="Rd90f963a7d404fce" /><Relationship Type="http://schemas.openxmlformats.org/officeDocument/2006/relationships/slide" Target="/ppt/slides/slide6.xml" Id="Re1bc437e1acf4f39" /><Relationship Type="http://schemas.openxmlformats.org/officeDocument/2006/relationships/slide" Target="/ppt/slides/slide7.xml" Id="Ra874a4cabd84402b" /><Relationship Type="http://schemas.openxmlformats.org/officeDocument/2006/relationships/slide" Target="/ppt/slides/slide8.xml" Id="R779240f6a2174010" /><Relationship Type="http://schemas.openxmlformats.org/officeDocument/2006/relationships/slide" Target="/ppt/slides/slide9.xml" Id="R885e1a4bdb83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71c99cacda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eaaf285ab74328" /><Relationship Type="http://schemas.openxmlformats.org/officeDocument/2006/relationships/notesMaster" Target="/ppt/notesMasters/notesMaster1.xml" Id="Rfbbdf5e4bd234b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a1b38cf572408a" /><Relationship Type="http://schemas.openxmlformats.org/officeDocument/2006/relationships/notesMaster" Target="/ppt/notesMasters/notesMaster1.xml" Id="R4dc8702ca398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9f9deb8bc24272" /><Relationship Type="http://schemas.openxmlformats.org/officeDocument/2006/relationships/notesMaster" Target="/ppt/notesMasters/notesMaster1.xml" Id="Rf5fcbbf7f68a41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7d7e8d3e8e4f47" /><Relationship Type="http://schemas.openxmlformats.org/officeDocument/2006/relationships/notesMaster" Target="/ppt/notesMasters/notesMaster1.xml" Id="R403912c2568845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f878d3cf8d427d" /><Relationship Type="http://schemas.openxmlformats.org/officeDocument/2006/relationships/notesMaster" Target="/ppt/notesMasters/notesMaster1.xml" Id="R18e1072b902843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4b3bc99dc64144" /><Relationship Type="http://schemas.openxmlformats.org/officeDocument/2006/relationships/notesMaster" Target="/ppt/notesMasters/notesMaster1.xml" Id="R7e80d06c38ea4f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2c716e823a4b97" /><Relationship Type="http://schemas.openxmlformats.org/officeDocument/2006/relationships/notesMaster" Target="/ppt/notesMasters/notesMaster1.xml" Id="Re1d001e526bd4d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58aa9516144f20" /><Relationship Type="http://schemas.openxmlformats.org/officeDocument/2006/relationships/notesMaster" Target="/ppt/notesMasters/notesMaster1.xml" Id="R9ef5323127494d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7e5cde47914896" /><Relationship Type="http://schemas.openxmlformats.org/officeDocument/2006/relationships/notesMaster" Target="/ppt/notesMasters/notesMaster1.xml" Id="R1ff8d8700e714d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Plano personalizado para duas horas diárias, de segunda a sexta. A data exata do exame permanece a definir.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Metas pedagógicas propostas, sem garantia de aprovação. O PDF permite ferramentas de tradução sem extensão por idioma. Confirmar como utilizá-las nas instruções do agendamento.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F03: FAQ de certificação e treinamento</a:t>
            </a:r>
          </a:p>
          <a:p xmlns:a="http://schemas.openxmlformats.org/drawingml/2006/main">
            <a:r>
              <a:t>https://www.tenable.com/education?view=cert</a:t>
            </a:r>
          </a:p>
          <a:p xmlns:a="http://schemas.openxmlformats.org/drawingml/2006/main">
            <a:r>
              <a:t>Data: sem data comprovada. sem data de publicação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Agrupamento didático com base na ementa. Não é um blueprint oficial detalhado.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Distribuição editorial. Nos dias de simulado completo, reservar os 120 minutos somente para responder. A correção ocorre na sessão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Planejamento pedagógico autoral.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A/B usam questões do banco temático. Repetir itens ajuda a revisar, mas não mede prontidão independente. Explicar respostas e resolver laboratórios reduz o efeito de memorização.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Planejamento pedagógico autoral.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Método de revisão proposto. Reservar os itens finais do banco para a revisão mista. Se acertar por memória, explicar o mecanismo sem consultar o gabarito.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Planejamento pedagógico autoral.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Revalidar fontes nas semanas 9 e 13. Não presumir que toda novidade do produto foi incorporada ao banco oficial do exame.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F44: VM 2026 Release Notes</a:t>
            </a:r>
          </a:p>
          <a:p xmlns:a="http://schemas.openxmlformats.org/drawingml/2006/main">
            <a:r>
              <a:t>https://docs.tenable.com/release-notes/Content/vulnerability-management/2026.htm</a:t>
            </a:r>
          </a:p>
          <a:p xmlns:a="http://schemas.openxmlformats.org/drawingml/2006/main">
            <a:r>
              <a:t>Data: 2026-10-06. última entrada observada, até o corte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Critérios pedagógicos. Um único acerto a mais ou a menos não determina habilidade. Se houver lacunas, priorizar evidência e conceitos antes de agendar. A certificação completa exige também a prática.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F03: FAQ de certificação e treinamento</a:t>
            </a:r>
          </a:p>
          <a:p xmlns:a="http://schemas.openxmlformats.org/drawingml/2006/main">
            <a:r>
              <a:t>https://www.tenable.com/education?view=cert</a:t>
            </a:r>
          </a:p>
          <a:p xmlns:a="http://schemas.openxmlformats.org/drawingml/2006/main">
            <a:r>
              <a:t>Data: sem data comprovada. sem data de publicação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guia local fundamenta leituras por páginas. Os bancos locais não têm autenticidade como exame comprovada. As gravações têm apenas inventário e metadados revisados, sem transcrição integral. As regras atuais de severidade e acesso precisam ser lidas na documentação viva.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F19: General Settings</a:t>
            </a:r>
          </a:p>
          <a:p xmlns:a="http://schemas.openxmlformats.org/drawingml/2006/main">
            <a:r>
              <a:t>https://docs.tenable.com/vulnerability-management/Content/Settings/General/General.htm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1501fc0464d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0adbcfaf740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aa8f24d9946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a05ab39254b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36e87587046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1779715fb4e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E8F3E0-1F5E-4FAC-BA7E-2FF6108AA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87A9B4F-D7D5-4F08-90F8-65460C4ABC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AB6A56-0095-4E0A-8EBD-5E2AA0C323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4254FD-3A95-4D3F-BCBB-38568AE87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414243-5381-4A70-9C52-0904E097F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BF6B7D-21DF-45A1-8EBB-68474FAA1F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18A53B-9339-485F-8644-ABC3D63FB4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5A6FD5-8122-4F06-A85D-FFB76609DC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AC8763-2209-4568-B2FB-C3B81AED3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93DC81-2480-412C-B0EA-CC71BB8CEB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7c403c33ae444a" /><Relationship Type="http://schemas.openxmlformats.org/officeDocument/2006/relationships/slideLayout" Target="/ppt/slideLayouts/slideLayout1.xml" Id="R9007b2ae397d453b" /><Relationship Type="http://schemas.openxmlformats.org/officeDocument/2006/relationships/slideLayout" Target="/ppt/slideLayouts/slideLayout2.xml" Id="R521bb19b356b43a9" /><Relationship Type="http://schemas.openxmlformats.org/officeDocument/2006/relationships/slideLayout" Target="/ppt/slideLayouts/slideLayout3.xml" Id="R54aeb9e446b04806" /><Relationship Type="http://schemas.openxmlformats.org/officeDocument/2006/relationships/slideLayout" Target="/ppt/slideLayouts/slideLayout4.xml" Id="Rfb7a17b6bff24150" /><Relationship Type="http://schemas.openxmlformats.org/officeDocument/2006/relationships/slideLayout" Target="/ppt/slideLayouts/slideLayout5.xml" Id="R3b56a56c299c47d9" /><Relationship Type="http://schemas.openxmlformats.org/officeDocument/2006/relationships/slideLayout" Target="/ppt/slideLayouts/slideLayout6.xml" Id="R985fb890c27548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7b2ae397d453b"/>
    <p:sldLayoutId xmlns:r="http://schemas.openxmlformats.org/officeDocument/2006/relationships" id="2147483650" r:id="R521bb19b356b43a9"/>
    <p:sldLayoutId xmlns:r="http://schemas.openxmlformats.org/officeDocument/2006/relationships" id="2147483651" r:id="R54aeb9e446b04806"/>
    <p:sldLayoutId xmlns:r="http://schemas.openxmlformats.org/officeDocument/2006/relationships" id="2147483652" r:id="Rfb7a17b6bff24150"/>
    <p:sldLayoutId xmlns:r="http://schemas.openxmlformats.org/officeDocument/2006/relationships" id="2147483653" r:id="R3b56a56c299c47d9"/>
    <p:sldLayoutId xmlns:r="http://schemas.openxmlformats.org/officeDocument/2006/relationships" id="2147483654" r:id="R985fb890c27548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ecf7bb4134deb" /><Relationship Type="http://schemas.openxmlformats.org/officeDocument/2006/relationships/notesSlide" Target="/ppt/notesSlides/notesSlide1.xml" Id="R01391f04bd6c42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48d3d209f84870" /><Relationship Type="http://schemas.openxmlformats.org/officeDocument/2006/relationships/notesSlide" Target="/ppt/notesSlides/notesSlide2.xml" Id="Rc75804c3dbef42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a00cf130146b5" /><Relationship Type="http://schemas.openxmlformats.org/officeDocument/2006/relationships/notesSlide" Target="/ppt/notesSlides/notesSlide3.xml" Id="R93a691ddda3c4c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a4729e742461f" /><Relationship Type="http://schemas.openxmlformats.org/officeDocument/2006/relationships/notesSlide" Target="/ppt/notesSlides/notesSlide4.xml" Id="Rd6c7bb744b7e41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c1f4721344b91" /><Relationship Type="http://schemas.openxmlformats.org/officeDocument/2006/relationships/notesSlide" Target="/ppt/notesSlides/notesSlide5.xml" Id="Re80c2141da4343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950ff6951432f" /><Relationship Type="http://schemas.openxmlformats.org/officeDocument/2006/relationships/notesSlide" Target="/ppt/notesSlides/notesSlide6.xml" Id="Rcc2d81b6409147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7e271b25f344cd" /><Relationship Type="http://schemas.openxmlformats.org/officeDocument/2006/relationships/notesSlide" Target="/ppt/notesSlides/notesSlide7.xml" Id="Reeab2f1504da40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7f73113c0431c" /><Relationship Type="http://schemas.openxmlformats.org/officeDocument/2006/relationships/notesSlide" Target="/ppt/notesSlides/notesSlide8.xml" Id="R9b00116c5bb348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2b766065d40c6" /><Relationship Type="http://schemas.openxmlformats.org/officeDocument/2006/relationships/notesSlide" Target="/ppt/notesSlides/notesSlide9.xml" Id="Rf3e1d09f827141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C19C9763-F16A-4DDA-97C5-9780F250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PLANO DE ESTUDO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FC4B16-5DBF-4D31-98ED-569637AE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Preparação para o Written Exam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62312E6-D4F2-41E9-B99A-8AE2236F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Tenable One Vulnerability Management Specialist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D4A782B9-1C14-4282-BD5D-424541C2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13 semanas de estudo, 130 horas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12 de outubro de 2026 a 8 de janeiro de 2027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F740855-31CD-4481-BD6F-3AC4ED4D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253771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BC2B9558-80D0-4892-B582-986997EF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PLANEJAMENTO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8DD31F-636D-4233-9BCC-7081BB57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Formato e objetivo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9297A808-DE43-409B-87F9-D9B3F3FD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60 questões em inglês, com múltipla escolha e verdadeiro/falso.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F1450135-B846-490F-8B87-B0B3785B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120 minutos e mínimo oficial de 80%.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A7633E26-305C-4A0E-986E-177D7B2B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escrita precede a etapa prática.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F1ED255B-64F2-4DC3-A5BC-F51A228C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Meta de estudo: 90% geral e 85% em cada tema.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DFA1C21-A17A-4613-8DB7-43FF144C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666D78A8-F2FE-4279-8B46-A703D6E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5332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D8109599-14B1-4CC3-ACA5-7473829A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PLANEJAMENTO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8935B5-D494-4EFB-A2B2-A3A9EA5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Mapa dos temas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1B987-A9E1-421B-ADAF-A8AA40C5F3E9}"/>
              </a:ext>
            </a:extLst>
          </p:cNvPr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1724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Semanas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Conteúdo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1 e 2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Arquitetura e instalação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3 e 4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Configuração e Host Discovery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5 e 6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Scans de rede, credenciais e agents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7 e 8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Findings, risco, compliance e relatórios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9 a 13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Integração, revisão e simulados completos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C1119B-BEA5-4AC4-B76E-6F69131D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EB3592F9-ED9B-4D3C-99E8-496C519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0307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3456D685-C072-495B-8D0B-71F6EC51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PLANEJAMENTO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00272B-0C74-40FD-BE2F-180033A2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Rotina de duas horas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1D9C75AF-8AD2-4438-88D3-9B0596EB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20 minutos de revisão por recuperação ativa.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68074633-3C4C-4A5B-95CF-386845A8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50 minutos de leitura oficial e slides.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21AD382-1309-4B3B-B20F-CEECB367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35 minutos de exercício ou laboratório.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D36F0A51-5B3B-4289-A347-0BB17E68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15 minutos de questões e registro de erros.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4ADB5F3-D807-481E-9D08-64FF5BDB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A93FC8CA-B9E4-4C93-8752-9885CE59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1347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6FE81A2-E657-4C70-8C7D-012FAD6F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PLANEJAMENTO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BFDDB0-CC14-4C03-98B7-942DF2B5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Etapas e entregas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105C6A00-E0AF-4F99-87AB-2588568D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Semanas 1 a 8: um módulo e seu simulado por semana.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B020B40F-79A9-4B54-B281-CF9EF739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Semana 9: cenário integrado e auditoria de cobertura.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DC67759A-941E-46BA-9291-F19ED0EA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Semanas 10 a 12: simulados A/B e correção de lacunas.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6197E59-3727-4C1F-A52E-37C7AB4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Semana 13: revisão leve e preparação do ambiente da prova.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751F50A-CAB1-419F-AC0D-B9235F98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B4F68700-F06F-4924-8EC2-E37277C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1727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4F98C0A6-98A5-4A84-A7C0-CE32797A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PLANEJAMENTO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7933AC-78C9-4667-A8F0-3D7FB27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Revisão e caderno de erros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E069B0A5-91A6-4CD2-8EB4-893B3803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Revisar o erro após 1, 7 e 21 dias.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25FA69C2-6AE3-4EF2-BDE6-6DC546CB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Classificar causa: conceito, inglês, evidência ou leitura.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AC2B1BA6-CD36-4D5B-A6D5-06BBB633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Registrar a fonte que sustenta a resposta.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E7E4E1BB-F824-4806-9755-C410CB0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Retestar o tema com questões ainda não usadas.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F76F8AB-E31E-4C4C-8FD3-DB5BC7AE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DD12C473-F380-4886-A5E1-4332C9E3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25439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336B4F12-F949-46EC-98F6-B2B3A43E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PLANEJAMENTO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A25B1A-8E5B-4A14-B5C4-CBA90791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Pesquisa e atualização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E939D362-1E2A-4C37-8072-91A560C2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Corte de questões recentes: 09/10/2025 a 09/10/2026.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ADEC0C6F-6D02-4991-9BC0-3C544D46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Fontes sem data explícita ficam marcadas como documentação viva.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2B02DE0F-9430-4927-A102-ADEDC9B0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Anúncios comerciais não comprovam questões oficiais.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FBD4092E-0BFC-43D3-967A-7E0876AB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As 160 questões do pacote são autorais e datadas.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16C1FF8-6E18-4E93-859F-F650D1EC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B35A47D5-F123-40E2-ABBC-3C696700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37426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321D9680-1675-46CD-B940-E15ED84E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PLANEJAMENTO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670C71-853E-4AB1-A1EC-C0A4896D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Critérios de prontidão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BDBEDA79-29A3-47BE-9F98-F35E9A2E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Simulados completos com pelo menos 54 acertos em 60.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41D75097-1398-491C-B129-16D3ACB5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Cada tema com pelo menos 17 acertos em 20.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38764A6A-3062-4A31-B880-EC837703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Justificativas e vocabulário compreendidos em inglês.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02DD45B-5D9E-498B-98B3-A084F2B0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Equipamento e instruções de agendamento conferidos.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8BDCCFF-173E-42BB-A2CA-61CBEE33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5D60CF9C-BE49-4B9E-B550-8510702A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31512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9FA5B9B9-C01E-416A-A67C-1D5461AF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PLANEJAMENTO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FEB4AD-F502-4970-9D25-33859B95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Material local e confronto de versões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BD79D2D3-AAAE-4EBE-A730-D69AE0B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Guia oficial local: revisão de 20/06/2024, 1.478 páginas.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37BBB391-DF45-4DAB-9CDE-B45915F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Bancos locais: 41 questões em PDF e 33 em Word.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BF513E77-4A3C-42AD-A551-78A7E32E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Conceitos úteis entram na trilha com revisão de ambiguidades.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25FE7358-266C-48A8-A951-0A5EC41D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Vídeos de VM entram no calendário como material de apoio.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67E97A9-3DE5-4D70-95A7-CD84F26B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3481257B-5EA1-4636-8333-57F5E502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61403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2026-10-09T20:14:04.0560000Z</dcterms:created>
  <dcterms:modified xsi:type="dcterms:W3CDTF">2026-10-09T20:14:04.0560000Z</dcterms:modified>
</coreProperties>
</file>
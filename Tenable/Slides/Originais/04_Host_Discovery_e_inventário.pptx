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2219ccda644137" /><Relationship Type="http://schemas.openxmlformats.org/officeDocument/2006/relationships/extended-properties" Target="/docProps/app.xml" Id="R8d87ff60b3d54565" /><Relationship Type="http://schemas.openxmlformats.org/officeDocument/2006/relationships/officeDocument" Target="/ppt/presentation.xml" Id="R1310fc84a7ae45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907b6614d64255"/>
  </p:sldMasterIdLst>
  <p:notesMasterIdLst>
    <p:notesMasterId xmlns:r="http://schemas.openxmlformats.org/officeDocument/2006/relationships" r:id="R6d286017aa5d4ab3"/>
  </p:notesMasterIdLst>
  <p:sldIdLst>
    <p:sldId xmlns:r="http://schemas.openxmlformats.org/officeDocument/2006/relationships" id="256" r:id="R3ea7fbcfb71443aa"/>
    <p:sldId xmlns:r="http://schemas.openxmlformats.org/officeDocument/2006/relationships" id="257" r:id="Re7b5c53e57a843ac"/>
    <p:sldId xmlns:r="http://schemas.openxmlformats.org/officeDocument/2006/relationships" id="258" r:id="Rf701918a259c4581"/>
    <p:sldId xmlns:r="http://schemas.openxmlformats.org/officeDocument/2006/relationships" id="259" r:id="Rb3c00a5f6dc04076"/>
    <p:sldId xmlns:r="http://schemas.openxmlformats.org/officeDocument/2006/relationships" id="260" r:id="R58a6d50fff774d13"/>
    <p:sldId xmlns:r="http://schemas.openxmlformats.org/officeDocument/2006/relationships" id="261" r:id="R20c59e8445684d60"/>
    <p:sldId xmlns:r="http://schemas.openxmlformats.org/officeDocument/2006/relationships" id="262" r:id="Rcd7fdbbdb82145bf"/>
    <p:sldId xmlns:r="http://schemas.openxmlformats.org/officeDocument/2006/relationships" id="263" r:id="R86ab1638142648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f74331bfee4144" /><Relationship Type="http://schemas.openxmlformats.org/officeDocument/2006/relationships/slideMaster" Target="/ppt/slideMasters/slideMaster1.xml" Id="R0a907b6614d64255" /><Relationship Type="http://schemas.openxmlformats.org/officeDocument/2006/relationships/notesMaster" Target="/ppt/notesMasters/notesMaster1.xml" Id="R6d286017aa5d4ab3" /><Relationship Type="http://schemas.openxmlformats.org/officeDocument/2006/relationships/presProps" Target="/ppt/presProps.xml" Id="R6760d8d8b15f4fc7" /><Relationship Type="http://schemas.openxmlformats.org/officeDocument/2006/relationships/tableStyles" Target="/ppt/tableStyles.xml" Id="R10906944765e46a6" /><Relationship Type="http://schemas.openxmlformats.org/officeDocument/2006/relationships/slide" Target="/ppt/slides/slide1.xml" Id="R3ea7fbcfb71443aa" /><Relationship Type="http://schemas.openxmlformats.org/officeDocument/2006/relationships/slide" Target="/ppt/slides/slide2.xml" Id="Re7b5c53e57a843ac" /><Relationship Type="http://schemas.openxmlformats.org/officeDocument/2006/relationships/slide" Target="/ppt/slides/slide3.xml" Id="Rf701918a259c4581" /><Relationship Type="http://schemas.openxmlformats.org/officeDocument/2006/relationships/slide" Target="/ppt/slides/slide4.xml" Id="Rb3c00a5f6dc04076" /><Relationship Type="http://schemas.openxmlformats.org/officeDocument/2006/relationships/slide" Target="/ppt/slides/slide5.xml" Id="R58a6d50fff774d13" /><Relationship Type="http://schemas.openxmlformats.org/officeDocument/2006/relationships/slide" Target="/ppt/slides/slide6.xml" Id="R20c59e8445684d60" /><Relationship Type="http://schemas.openxmlformats.org/officeDocument/2006/relationships/slide" Target="/ppt/slides/slide7.xml" Id="Rcd7fdbbdb82145bf" /><Relationship Type="http://schemas.openxmlformats.org/officeDocument/2006/relationships/slide" Target="/ppt/slides/slide8.xml" Id="R86ab16381426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32efe1bb0f4f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899c47b2fc4dd4" /><Relationship Type="http://schemas.openxmlformats.org/officeDocument/2006/relationships/notesMaster" Target="/ppt/notesMasters/notesMaster1.xml" Id="Rbc73469b40b348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45db8ebb5940f9" /><Relationship Type="http://schemas.openxmlformats.org/officeDocument/2006/relationships/notesMaster" Target="/ppt/notesMasters/notesMaster1.xml" Id="R31f839f19fd545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b373e14b44eea" /><Relationship Type="http://schemas.openxmlformats.org/officeDocument/2006/relationships/notesMaster" Target="/ppt/notesMasters/notesMaster1.xml" Id="R4cf367aa8d7149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0ce0af15734b13" /><Relationship Type="http://schemas.openxmlformats.org/officeDocument/2006/relationships/notesMaster" Target="/ppt/notesMasters/notesMaster1.xml" Id="R88438d78ff4748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1a012c484c4028" /><Relationship Type="http://schemas.openxmlformats.org/officeDocument/2006/relationships/notesMaster" Target="/ppt/notesMasters/notesMaster1.xml" Id="Re40347c8ca1c45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999f8b0ef24267" /><Relationship Type="http://schemas.openxmlformats.org/officeDocument/2006/relationships/notesMaster" Target="/ppt/notesMasters/notesMaster1.xml" Id="R4f0ed6c1511142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76c0832afe4fac" /><Relationship Type="http://schemas.openxmlformats.org/officeDocument/2006/relationships/notesMaster" Target="/ppt/notesMasters/notesMaster1.xml" Id="Rcd7dff8714c548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ea358bbb354653" /><Relationship Type="http://schemas.openxmlformats.org/officeDocument/2006/relationships/notesMaster" Target="/ppt/notesMasters/notesMaster1.xml" Id="R13e5ac550158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Objetivo do módulo: Encontrar hosts, verificar a cobertura e interpretar as limitações da descoberta. Ler as notas dos slides e as fontes oficiais. O roteiro local orienta as páginas do guia fornecido e aponta ambiguidades das questões antigas.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F01: Exame Specialist: datasheet oficial</a:t>
            </a:r>
          </a:p>
          <a:p xmlns:a="http://schemas.openxmlformats.org/drawingml/2006/main">
            <a:r>
              <a:t>https://static.tenable.com/ps/DS_VM_Specialist_Cert.pdf</a:t>
            </a:r>
          </a:p>
          <a:p xmlns:a="http://schemas.openxmlformats.org/drawingml/2006/main">
            <a:r>
              <a:t>Data: 2026-09-09. revisão 090926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F02: Curso Specialist: datasheet oficial</a:t>
            </a:r>
          </a:p>
          <a:p xmlns:a="http://schemas.openxmlformats.org/drawingml/2006/main">
            <a:r>
              <a:t>https://static.tenable.com/ps/DS_VM_Specialist_Course.pdf</a:t>
            </a:r>
          </a:p>
          <a:p xmlns:a="http://schemas.openxmlformats.org/drawingml/2006/main">
            <a:r>
              <a:t>Data: 2026-09-09. revisão 090926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scan de discovery não equivale a uma avaliação completa de vulnerabilidades. Estabelecer quantos hosts eram esperados, como foram detectados e quais ficaram sem evidência.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autoral em laboratório: 192.0.2.0/28 como notação didática. Conferir targets antes de lançar. O bloco de documentação não é um alvo real de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F18: Exclusions</a:t>
            </a:r>
          </a:p>
          <a:p xmlns:a="http://schemas.openxmlformats.org/drawingml/2006/main">
            <a:r>
              <a:t>https://docs.tenable.com/vulnerability-management/Content/Settings/Exclusions/Exclusions.htm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F05: Get Started</a:t>
            </a:r>
          </a:p>
          <a:p xmlns:a="http://schemas.openxmlformats.org/drawingml/2006/main">
            <a:r>
              <a:t>https://docs.tenable.com/vulnerability-management/Content/vulnerability-management/GetStarted.htm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escolha depende do segmento, filtros e objetivos. ARP utiliza a vizinhança de camada 2. Ausência de resposta a ICMP isoladamente não prova que o host esteja desligado.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F07: Tenable Network Monitor</a:t>
            </a:r>
          </a:p>
          <a:p xmlns:a="http://schemas.openxmlformats.org/drawingml/2006/main">
            <a:r>
              <a:t>https://docs.tenable.com/network-monitor/Content/Welcome.htm</a:t>
            </a:r>
          </a:p>
          <a:p xmlns:a="http://schemas.openxmlformats.org/drawingml/2006/main">
            <a:r>
              <a:t>Data: 2026-08-27. Last Updated explícito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autoral: serviço HTTPS na porta 8443 não aparece em um intervalo que a exclui. Ajustar uma política de teste e comparar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F22: Scan Tuning: Settings Configuration</a:t>
            </a:r>
          </a:p>
          <a:p xmlns:a="http://schemas.openxmlformats.org/drawingml/2006/main">
            <a:r>
              <a:t>https://docs.tenable.com/quick-reference/vulnerability-management-scan-tuning/Content/SettingsConfiguration.htm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 Checks não garante ausência de impacto. O guia de tuning recomenda acompanhar desempenho dos alvos ao ajustar concorrência e timeouts.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F22: Scan Tuning: Settings Configuration</a:t>
            </a:r>
          </a:p>
          <a:p xmlns:a="http://schemas.openxmlformats.org/drawingml/2006/main">
            <a:r>
              <a:t>https://docs.tenable.com/quick-reference/vulnerability-management-scan-tuning/Content/SettingsConfiguration.htm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F18: Exclusions</a:t>
            </a:r>
          </a:p>
          <a:p xmlns:a="http://schemas.openxmlformats.org/drawingml/2006/main">
            <a:r>
              <a:t>https://docs.tenable.com/vulnerability-management/Content/Settings/Exclusions/Exclusions.htm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Cenário e números autorais. 28/40 corresponde a 70% de cobertura observada, não a 70% de segurança. A evidência disponível não permite declarar os 12 hosts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Laboratório L04. Registrar a posição do sensor, método, escopo e horário. Separar alcance do host, identificação do serviço e presença de vulnerabilidades.</a:t>
            </a:r>
          </a:p>
          <a:p xmlns:a="http://schemas.openxmlformats.org/drawingml/2006/main">
            <a:r>
              <a:t>Material local de apoio: L02 páginas PDF 287, 288, 293, 294. L03 itens 23, 24, 26, 30, 31, 32. L01 itens 11, 31, 39. Escopo, discovery e inventário. Resolução DNS sozinha não comprova host ativo. Consultar Fontes/revisao_material_local.md.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consultadas em 09/10/2026:</a:t>
            </a:r>
          </a:p>
          <a:p xmlns:a="http://schemas.openxmlformats.org/drawingml/2006/main">
            <a:r>
              <a:t>F20: Scan Templates</a:t>
            </a:r>
          </a:p>
          <a:p xmlns:a="http://schemas.openxmlformats.org/drawingml/2006/main">
            <a:r>
              <a:t>https://docs.tenable.com/vulnerability-management/Content/Scans/Templates.htm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F21: Discovery Settings</a:t>
            </a:r>
          </a:p>
          <a:p xmlns:a="http://schemas.openxmlformats.org/drawingml/2006/main">
            <a:r>
              <a:t>https://docs.tenable.com/vulnerability-management/Content/Scans/DiscoverySettings.htm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F23: Asset Inventory: Key Attributes</a:t>
            </a:r>
          </a:p>
          <a:p xmlns:a="http://schemas.openxmlformats.org/drawingml/2006/main">
            <a:r>
              <a:t>https://docs.tenable.com/cyber-exposure-studies/asset-inventory/Content/KeyAssetAttributes.htm</a:t>
            </a:r>
          </a:p>
          <a:p xmlns:a="http://schemas.openxmlformats.org/drawingml/2006/main">
            <a:r>
              <a:t>Data: sem data comprovada. documentação viva, data não visível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L02: Guia oficial local de VM, 1.478 páginas</a:t>
            </a:r>
          </a:p>
          <a:p xmlns:a="http://schemas.openxmlformats.org/drawingml/2006/main">
            <a:r>
              <a:t>C:/Users/rafael.cordeiro/OneDrive - Subsecretaria de Tecnologia da Informação/SGG/Tenable/Doc/User Guide - Tenable Vulnerability Management.pdf</a:t>
            </a:r>
          </a:p>
          <a:p xmlns:a="http://schemas.openxmlformats.org/drawingml/2006/main">
            <a:r>
              <a:t>Data: 2024-06-20. Last Revised na capa e metadados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L03: QUESTÕES: documento local com 33 itens</a:t>
            </a:r>
          </a:p>
          <a:p xmlns:a="http://schemas.openxmlformats.org/drawingml/2006/main">
            <a:r>
              <a:t>C:/Users/rafael.cordeiro/OneDrive - Subsecretaria de Tecnologia da Informação/SGG/Tenable/Doc/QUESTÕES.docx</a:t>
            </a:r>
          </a:p>
          <a:p xmlns:a="http://schemas.openxmlformats.org/drawingml/2006/main">
            <a:r>
              <a:t>Data: sem data comprovada. metadados de criação 04/08/2026 e modificação 05/08/2026, sem publicação comprovada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L01: Compilado local de questões, 13 páginas e 41 itens</a:t>
            </a:r>
          </a:p>
          <a:p xmlns:a="http://schemas.openxmlformats.org/drawingml/2006/main">
            <a:r>
              <a:t>C:/Users/rafael.cordeiro/OneDrive - Subsecretaria de Tecnologia da Informação/SGG/Tenable/Doc/tenable_vulnerability_management_specialist_v3.pdf</a:t>
            </a:r>
          </a:p>
          <a:p xmlns:a="http://schemas.openxmlformats.org/drawingml/2006/main">
            <a:r>
              <a:t>Data: sem data comprovada. título menciona 2026, sem data editorial comprovada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abd29e25546d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d61daf1084c1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85a63228184f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59db7149f4e7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1be0f4523146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64aadcbd3d47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AAEEC2-5D18-466F-86B6-F409CE0DD3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D103A1-5C8E-4ED7-95F1-39D8ABC395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AD65C02-5537-4D2D-B53F-327F530F0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D91250-23DF-43B0-A919-AE16E8DC9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D462F0-2FC0-431F-ADB4-39E489B8C1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2250C2-F444-48D0-A2A9-5EB4FACCA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3EEE15-8D0A-4F32-8BB9-853A172D4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9F5162-8A83-4B8D-B52C-C39EC75343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86B88F-EF9A-4EDA-BE62-7651E36F9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AF9898-16F4-4F3A-A65E-8D14B09435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ccfe6d30a04f63" /><Relationship Type="http://schemas.openxmlformats.org/officeDocument/2006/relationships/slideLayout" Target="/ppt/slideLayouts/slideLayout1.xml" Id="R368e9377cd9c4bc9" /><Relationship Type="http://schemas.openxmlformats.org/officeDocument/2006/relationships/slideLayout" Target="/ppt/slideLayouts/slideLayout2.xml" Id="R9ad1804e2f9a4c9e" /><Relationship Type="http://schemas.openxmlformats.org/officeDocument/2006/relationships/slideLayout" Target="/ppt/slideLayouts/slideLayout3.xml" Id="Rca6b93f13f674d49" /><Relationship Type="http://schemas.openxmlformats.org/officeDocument/2006/relationships/slideLayout" Target="/ppt/slideLayouts/slideLayout4.xml" Id="Rd7084b4b836c4a11" /><Relationship Type="http://schemas.openxmlformats.org/officeDocument/2006/relationships/slideLayout" Target="/ppt/slideLayouts/slideLayout5.xml" Id="Re0126be1847d4bf9" /><Relationship Type="http://schemas.openxmlformats.org/officeDocument/2006/relationships/slideLayout" Target="/ppt/slideLayouts/slideLayout6.xml" Id="Rddf4377063b841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8e9377cd9c4bc9"/>
    <p:sldLayoutId xmlns:r="http://schemas.openxmlformats.org/officeDocument/2006/relationships" id="2147483650" r:id="R9ad1804e2f9a4c9e"/>
    <p:sldLayoutId xmlns:r="http://schemas.openxmlformats.org/officeDocument/2006/relationships" id="2147483651" r:id="Rca6b93f13f674d49"/>
    <p:sldLayoutId xmlns:r="http://schemas.openxmlformats.org/officeDocument/2006/relationships" id="2147483652" r:id="Rd7084b4b836c4a11"/>
    <p:sldLayoutId xmlns:r="http://schemas.openxmlformats.org/officeDocument/2006/relationships" id="2147483653" r:id="Re0126be1847d4bf9"/>
    <p:sldLayoutId xmlns:r="http://schemas.openxmlformats.org/officeDocument/2006/relationships" id="2147483654" r:id="Rddf4377063b841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e6b5b3f3934ce8" /><Relationship Type="http://schemas.openxmlformats.org/officeDocument/2006/relationships/notesSlide" Target="/ppt/notesSlides/notesSlide1.xml" Id="R57516edc1cee44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5e0c39d9d04478" /><Relationship Type="http://schemas.openxmlformats.org/officeDocument/2006/relationships/notesSlide" Target="/ppt/notesSlides/notesSlide2.xml" Id="Rc53936cd580143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9785a937f44a3" /><Relationship Type="http://schemas.openxmlformats.org/officeDocument/2006/relationships/notesSlide" Target="/ppt/notesSlides/notesSlide3.xml" Id="R23a878f2d8fc4d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c295799a994748" /><Relationship Type="http://schemas.openxmlformats.org/officeDocument/2006/relationships/notesSlide" Target="/ppt/notesSlides/notesSlide4.xml" Id="R007c2cc4ca2648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a873e775f437b" /><Relationship Type="http://schemas.openxmlformats.org/officeDocument/2006/relationships/notesSlide" Target="/ppt/notesSlides/notesSlide5.xml" Id="Rf06a2f5bfc4244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e7b7f7d5e1411b" /><Relationship Type="http://schemas.openxmlformats.org/officeDocument/2006/relationships/notesSlide" Target="/ppt/notesSlides/notesSlide6.xml" Id="R2a92cb2e8abe47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3dd4eee6443df" /><Relationship Type="http://schemas.openxmlformats.org/officeDocument/2006/relationships/notesSlide" Target="/ppt/notesSlides/notesSlide7.xml" Id="R3e0e66a112544b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a0b12641544c55" /><Relationship Type="http://schemas.openxmlformats.org/officeDocument/2006/relationships/notesSlide" Target="/ppt/notesSlides/notesSlide8.xml" Id="R72bb08c98b1242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EC0EAFEE-B60A-48EC-A618-5004786B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8FD6CC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FD6CC"/>
                </a:solidFill>
                <a:latin typeface="Calibri"/>
                <a:ea typeface="Calibri"/>
                <a:cs typeface="Calibri"/>
              </a:rPr>
              <a:t>TEMA 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F4AD8DC-4169-41B8-B6D2-18BEE1DA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10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Host Discovery e inventário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8EAAF92-AAD4-46C6-BDC8-3B6ACB64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4F1F5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E4F1F5"/>
                </a:solidFill>
                <a:latin typeface="Calibri"/>
                <a:ea typeface="Calibri"/>
                <a:cs typeface="Calibri"/>
              </a:rPr>
              <a:t>Encontrar hosts, verificar a cobertura e interpretar as limitações da descoberta.</a:t>
            </a:r>
          </a:p>
        </p:txBody>
      </p:sp>
      <p:sp>
        <p:nvSpPr>
          <p:cNvPr id="4" name="Schedule">
            <a:extLst xmlns:a="http://schemas.openxmlformats.org/drawingml/2006/main">
              <a:ext uri="{FF2B5EF4-FFF2-40B4-BE49-F238E27FC236}">
                <a16:creationId xmlns:a16="http://schemas.microsoft.com/office/drawing/2014/main" id="{FFB6B875-004E-4342-85E2-92B3268C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Semana 4 de estudo</a:t>
            </a:r>
          </a:p>
          <a:p xmlns:a="http://schemas.openxmlformats.org/drawingml/2006/main">
            <a:pPr>
              <a:defRPr sz="2025" b="0">
                <a:solidFill>
                  <a:srgbClr val="D1E3ED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D1E3ED"/>
                </a:solidFill>
                <a:latin typeface="Calibri"/>
                <a:ea typeface="Calibri"/>
                <a:cs typeface="Calibri"/>
              </a:rPr>
              <a:t>Host Discovery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BFA154AE-1555-47FB-A323-B79F40E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9EB9C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9EB9CA"/>
                </a:solidFill>
                <a:latin typeface="Calibri"/>
                <a:ea typeface="Calibri"/>
                <a:cs typeface="Calibri"/>
              </a:rPr>
              <a:t>Tenable VM Specialist Written Exam • 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4985355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0C6F3B86-0278-4746-9521-E9397A8E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04  Host Discovery e inventário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834CD0-85FE-48D7-A093-02612287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Host Discovery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FCDDE421-9FB0-4578-BBF0-F71C704D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template identifica hosts vivos e informações disponíveis.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519614C3-5F14-4B71-8EA1-BF46206D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Portas e identificação de sistema ajudam o inventário.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D08CB070-BBA7-4584-A4FC-71D03D88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lista descoberta orienta uma avaliação posterior.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1DCA62E4-A8CF-4461-8F2B-6928D500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resultado precisa ser comparado ao inventário esperado.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F92D165B-4D24-4B7E-A537-4F813957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9163ABC1-8BA4-44DE-9532-537ADF6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63977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97534230-C5FE-4859-9612-7DB424C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04  Host Discovery e inventário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8372E9-EED4-4128-9754-694427E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Alvos e escopo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23045A1A-85D2-4C00-B042-72AB5D41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IPs, hostnames, listas e CIDR expressam conjuntos de alvos.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8FB628F8-9557-452B-8806-1AFC04E5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DNS e rotas podem alterar o conjunto efetivamente alcançado.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C87B82ED-3F75-4AD1-86B4-7E463BF5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Exclusions reduzem o conjunto que o scanner pode avaliar.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B6AF8109-5610-4E6B-866A-4F17A69D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scanner escolhido deve alcançar todo o escopo.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08C28388-207F-4054-B130-DA9E9F4C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4011F5F8-95C0-49DB-BDD5-E7B4ABB8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5700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">
            <a:extLst xmlns:a="http://schemas.openxmlformats.org/drawingml/2006/main">
              <a:ext uri="{FF2B5EF4-FFF2-40B4-BE49-F238E27FC236}">
                <a16:creationId xmlns:a16="http://schemas.microsoft.com/office/drawing/2014/main" id="{FB8A40AE-9339-44D8-8335-17A09B25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04  Host Discovery e inventário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51E1BE-940A-4ED9-8A1E-AD9DEC4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Métodos de descoberta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DC265-FD7F-4908-9A77-0F887A6E971F}"/>
              </a:ext>
            </a:extLst>
          </p:cNvPr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347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3695700"/>
                <a:gridCol w="495300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Método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Evidência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Ponto de atenção</a:t>
                      </a:r>
                    </a:p>
                  </a:txBody>
                  <a:tcPr marL="133350" marR="114300" marT="95250" marB="76200" anchor="ctr">
                    <a:solidFill>
                      <a:srgbClr val="102B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ICMP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Resposta a echo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Filtros podem bloquear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TCP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Resposta em porta testada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Porta pode estar filtrada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ARP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Presença no segmento local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Limite de camada 2</a:t>
                      </a:r>
                    </a:p>
                  </a:txBody>
                  <a:tcPr marL="13335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Passivo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Tráfego observado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02B43"/>
                          </a:solidFill>
                          <a:latin typeface="Calibri"/>
                          <a:ea typeface="Calibri"/>
                          <a:cs typeface="Calibri"/>
                        </a:rPr>
                        <a:t>Host pode permanecer silencioso</a:t>
                      </a:r>
                    </a:p>
                  </a:txBody>
                  <a:tcPr marL="133350" marR="114300" marT="95250" marB="76200" anchor="ctr">
                    <a:solidFill>
                      <a:srgbClr val="F1F5F7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ED6F654-0422-41CE-85E1-6F676E5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05161D47-52D7-4AE7-9559-B2A2A78C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13517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BF214CAE-BAB3-4F32-A307-C3FF37A5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04  Host Discovery e inventário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B7A603-EA77-4984-8869-4C413479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Portas e serviços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3F10FA8E-E2D7-456D-81BE-DDCE05FF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intervalo de portas determina a superfície testada.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6FEF3C06-EF7A-438F-A816-2002CA49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Uma porta fora do intervalo pode ocultar um serviço.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6A9FFFFE-E131-4E25-8420-5CE3C77D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Identificação de serviço complementa o número da porta.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BA8FBCAC-9EAB-4F7C-BC1F-B6AEACB8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 scan amplo exige tempo e capacidade adequados.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BD72B55-F3A0-4B41-B5C9-04C5A1B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2D306122-955D-4A89-8A4A-143F517F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6825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875CFDB4-9932-494D-B675-88535ED3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04  Host Discovery e inventário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DACEE2-B84D-4FD1-B92D-0CC688E4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Ativos frágeis e impacto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80C11F81-2E98-4888-9E8C-02CCFE7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Safe Checks reduz a execução de testes potencialmente danosos.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A2BAFBD4-6BF2-4019-9CCD-B417EB1B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A política ainda precisa respeitar o tipo de dispositivo.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24D52379-D0E0-456E-90F9-DDD0C114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Equipamentos frágeis podem exigir exclusão e cobertura alternativa.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3958BC79-31B0-45C2-9241-0D29FDD3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Um piloto mede impacto e qualidade de descoberta.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90AFC37A-4034-4778-ACB5-ED6E5FE5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2DE02182-310F-41DD-A618-E6E6B302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83041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531A1488-635E-437D-80D5-2B457A93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04  Host Discovery e inventário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D569E4-B438-4CF2-99CC-64085CD6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Caso: hosts ausentes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AFFD8DD7-7422-46B4-B314-26BC2805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Inventário esperado: 40 hosts. Discovery observa 28.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8D778015-BAFE-4EB7-B1BE-2879AA9F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Hipóteses: filtros, rota, alvo, exclusão ou host silencioso.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53B35661-4268-4EEE-A35C-96C8D043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TCP e evidências alternativas ajudam a testar hipóteses.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C9F9D258-D7BB-4D2E-8111-5B6EE5C1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O total observado precisa vir acompanhado do denominador.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7D0ACB0-0BDF-467B-80F9-20E5A1B6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88086F3C-0B27-4308-AB43-A3186E90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04708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">
            <a:extLst xmlns:a="http://schemas.openxmlformats.org/drawingml/2006/main">
              <a:ext uri="{FF2B5EF4-FFF2-40B4-BE49-F238E27FC236}">
                <a16:creationId xmlns:a16="http://schemas.microsoft.com/office/drawing/2014/main" id="{1ACB019A-C6BA-44F4-8817-320A73D5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0756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756F"/>
                </a:solidFill>
                <a:latin typeface="Calibri"/>
                <a:ea typeface="Calibri"/>
                <a:cs typeface="Calibri"/>
              </a:rPr>
              <a:t>TEMA 04  Host Discovery e inventário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4EC5A2-9482-4248-86C5-98BC5E11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34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3375" b="1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Laboratório de descoberta</a:t>
            </a:r>
          </a:p>
        </p:txBody>
      </p:sp>
      <p:sp>
        <p:nvSpPr>
          <p:cNvPr id="3" name="Body_1">
            <a:extLst xmlns:a="http://schemas.openxmlformats.org/drawingml/2006/main">
              <a:ext uri="{FF2B5EF4-FFF2-40B4-BE49-F238E27FC236}">
                <a16:creationId xmlns:a16="http://schemas.microsoft.com/office/drawing/2014/main" id="{82767827-E1D1-4B2D-88FD-7D0A6270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Entrega: esperado, observado e justificativa dos ausentes.</a:t>
            </a:r>
          </a:p>
        </p:txBody>
      </p:sp>
      <p:sp>
        <p:nvSpPr>
          <p:cNvPr id="4" name="Body_2">
            <a:extLst xmlns:a="http://schemas.openxmlformats.org/drawingml/2006/main">
              <a:ext uri="{FF2B5EF4-FFF2-40B4-BE49-F238E27FC236}">
                <a16:creationId xmlns:a16="http://schemas.microsoft.com/office/drawing/2014/main" id="{157AC06B-5532-4B77-AA93-39FD40FE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Comparação: métodos de discovery e intervalos de portas.</a:t>
            </a:r>
          </a:p>
        </p:txBody>
      </p:sp>
      <p:sp>
        <p:nvSpPr>
          <p:cNvPr id="5" name="Body_3">
            <a:extLst xmlns:a="http://schemas.openxmlformats.org/drawingml/2006/main">
              <a:ext uri="{FF2B5EF4-FFF2-40B4-BE49-F238E27FC236}">
                <a16:creationId xmlns:a16="http://schemas.microsoft.com/office/drawing/2014/main" id="{B7F239C0-2D7B-4D64-9B96-AEAA1721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Sem console: analisar o caso dos 40 hosts.</a:t>
            </a:r>
          </a:p>
        </p:txBody>
      </p:sp>
      <p:sp>
        <p:nvSpPr>
          <p:cNvPr id="6" name="Body_4">
            <a:extLst xmlns:a="http://schemas.openxmlformats.org/drawingml/2006/main">
              <a:ext uri="{FF2B5EF4-FFF2-40B4-BE49-F238E27FC236}">
                <a16:creationId xmlns:a16="http://schemas.microsoft.com/office/drawing/2014/main" id="{034BD035-66AF-46E4-BD03-C530F413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629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02B43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102B43"/>
                </a:solidFill>
                <a:latin typeface="Calibri"/>
                <a:ea typeface="Calibri"/>
                <a:cs typeface="Calibri"/>
              </a:rPr>
              <a:t>Simulado 04: 20 questões, 40 minutos.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7ADE9191-18FC-461F-B60F-CE6CE118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Tenable VM Specialist • Fontes nas notas do apresentador</a:t>
            </a:r>
          </a:p>
        </p:txBody>
      </p:sp>
      <p:sp>
        <p:nvSpPr>
          <p:cNvPr id="8" name="Folio">
            <a:extLst xmlns:a="http://schemas.openxmlformats.org/drawingml/2006/main">
              <a:ext uri="{FF2B5EF4-FFF2-40B4-BE49-F238E27FC236}">
                <a16:creationId xmlns:a16="http://schemas.microsoft.com/office/drawing/2014/main" id="{E4905085-A890-43F3-8544-5748956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00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476071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76071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195855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2026-10-09T20:14:23.9930000Z</dcterms:created>
  <dcterms:modified xsi:type="dcterms:W3CDTF">2026-10-09T20:14:23.9930000Z</dcterms:modified>
</coreProperties>
</file>
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83613648ec4fc1" /><Relationship Type="http://schemas.openxmlformats.org/officeDocument/2006/relationships/extended-properties" Target="/docProps/app.xml" Id="Ra1c31508e10c4da7" /><Relationship Type="http://schemas.openxmlformats.org/officeDocument/2006/relationships/officeDocument" Target="/ppt/presentation.xml" Id="Rd309121794d74a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358bca5add4800"/>
  </p:sldMasterIdLst>
  <p:notesMasterIdLst>
    <p:notesMasterId xmlns:r="http://schemas.openxmlformats.org/officeDocument/2006/relationships" r:id="Rca0e9ef78ba248e2"/>
  </p:notesMasterIdLst>
  <p:sldIdLst>
    <p:sldId xmlns:r="http://schemas.openxmlformats.org/officeDocument/2006/relationships" id="256" r:id="Rc848254f6250446c"/>
    <p:sldId xmlns:r="http://schemas.openxmlformats.org/officeDocument/2006/relationships" id="257" r:id="R905b440c97234c16"/>
    <p:sldId xmlns:r="http://schemas.openxmlformats.org/officeDocument/2006/relationships" id="258" r:id="R626e66d990e44cc0"/>
    <p:sldId xmlns:r="http://schemas.openxmlformats.org/officeDocument/2006/relationships" id="259" r:id="Rcf3f91a31b9c4589"/>
    <p:sldId xmlns:r="http://schemas.openxmlformats.org/officeDocument/2006/relationships" id="260" r:id="Rcc6de3c5ee0c4613"/>
    <p:sldId xmlns:r="http://schemas.openxmlformats.org/officeDocument/2006/relationships" id="261" r:id="R2f41ca8cb3a24396"/>
    <p:sldId xmlns:r="http://schemas.openxmlformats.org/officeDocument/2006/relationships" id="262" r:id="Rafd9589ee3444498"/>
    <p:sldId xmlns:r="http://schemas.openxmlformats.org/officeDocument/2006/relationships" id="263" r:id="Re05e3d94a67c42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3b767c2d9c4442" /><Relationship Type="http://schemas.openxmlformats.org/officeDocument/2006/relationships/slideMaster" Target="/ppt/slideMasters/slideMaster1.xml" Id="R20358bca5add4800" /><Relationship Type="http://schemas.openxmlformats.org/officeDocument/2006/relationships/notesMaster" Target="/ppt/notesMasters/notesMaster1.xml" Id="Rca0e9ef78ba248e2" /><Relationship Type="http://schemas.openxmlformats.org/officeDocument/2006/relationships/presProps" Target="/ppt/presProps.xml" Id="R4855d4cd98294d0b" /><Relationship Type="http://schemas.openxmlformats.org/officeDocument/2006/relationships/tableStyles" Target="/ppt/tableStyles.xml" Id="R92cf4a3261394ffe" /><Relationship Type="http://schemas.openxmlformats.org/officeDocument/2006/relationships/slide" Target="/ppt/slides/slide1.xml" Id="Rc848254f6250446c" /><Relationship Type="http://schemas.openxmlformats.org/officeDocument/2006/relationships/slide" Target="/ppt/slides/slide2.xml" Id="R905b440c97234c16" /><Relationship Type="http://schemas.openxmlformats.org/officeDocument/2006/relationships/slide" Target="/ppt/slides/slide3.xml" Id="R626e66d990e44cc0" /><Relationship Type="http://schemas.openxmlformats.org/officeDocument/2006/relationships/slide" Target="/ppt/slides/slide4.xml" Id="Rcf3f91a31b9c4589" /><Relationship Type="http://schemas.openxmlformats.org/officeDocument/2006/relationships/slide" Target="/ppt/slides/slide5.xml" Id="Rcc6de3c5ee0c4613" /><Relationship Type="http://schemas.openxmlformats.org/officeDocument/2006/relationships/slide" Target="/ppt/slides/slide6.xml" Id="R2f41ca8cb3a24396" /><Relationship Type="http://schemas.openxmlformats.org/officeDocument/2006/relationships/slide" Target="/ppt/slides/slide7.xml" Id="Rafd9589ee3444498" /><Relationship Type="http://schemas.openxmlformats.org/officeDocument/2006/relationships/slide" Target="/ppt/slides/slide8.xml" Id="Re05e3d94a67c42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6ad0dce13e47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f74fc3f3624356" /><Relationship Type="http://schemas.openxmlformats.org/officeDocument/2006/relationships/notesMaster" Target="/ppt/notesMasters/notesMaster1.xml" Id="R8d2e99a1be9746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d64bc2c1e8492c" /><Relationship Type="http://schemas.openxmlformats.org/officeDocument/2006/relationships/notesMaster" Target="/ppt/notesMasters/notesMaster1.xml" Id="R382f4f14842b43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838140fadf4f5a" /><Relationship Type="http://schemas.openxmlformats.org/officeDocument/2006/relationships/notesMaster" Target="/ppt/notesMasters/notesMaster1.xml" Id="R4c9981c649c544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54696d89f34ffd" /><Relationship Type="http://schemas.openxmlformats.org/officeDocument/2006/relationships/notesMaster" Target="/ppt/notesMasters/notesMaster1.xml" Id="R1feb7b27dc9547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97e010558448f9" /><Relationship Type="http://schemas.openxmlformats.org/officeDocument/2006/relationships/notesMaster" Target="/ppt/notesMasters/notesMaster1.xml" Id="Rb1e3bc6e446c45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b201d3d7524197" /><Relationship Type="http://schemas.openxmlformats.org/officeDocument/2006/relationships/notesMaster" Target="/ppt/notesMasters/notesMaster1.xml" Id="R379fc77fc5cf44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67c10a92964551" /><Relationship Type="http://schemas.openxmlformats.org/officeDocument/2006/relationships/notesMaster" Target="/ppt/notesMasters/notesMaster1.xml" Id="Rdfaa6cfae8ff4f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f91796dc65401b" /><Relationship Type="http://schemas.openxmlformats.org/officeDocument/2006/relationships/notesMaster" Target="/ppt/notesMasters/notesMaster1.xml" Id="R27e2a783acfa42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Configurar avaliação de rede e comprovar a execução das verificações autenticadas.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documentação descreve herança de settings do user-defined template. Localizar o objeto que controla a configuração antes de alterá-la.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F20: Scan Templates</a:t>
            </a:r>
          </a:p>
          <a:p xmlns:a="http://schemas.openxmlformats.org/drawingml/2006/main">
            <a:r>
              <a:t>https://docs.tenable.com/vulnerability-management/Content/Scans/Templates.htm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F46: VM Scan Settings</a:t>
            </a:r>
          </a:p>
          <a:p xmlns:a="http://schemas.openxmlformats.org/drawingml/2006/main">
            <a:r>
              <a:t>https://docs.tenable.com/vulnerability-management/Content/Scans/VMScanSettings.htm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seleção de plugins deve acompanhar o objetivo da avaliação. Um tactical scan direcionado a uma CVE não cobre automaticamente todas as vulnerabilidades do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F24: Configure Plugins</a:t>
            </a:r>
          </a:p>
          <a:p xmlns:a="http://schemas.openxmlformats.org/drawingml/2006/main">
            <a:r>
              <a:t>https://docs.tenable.com/vulnerability-management/Content/Scans/Plugins.htm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laboratório, restringir acesso ao scanner de estudo e registrar a configuração. Evitar seguir instruções antigas de desativação ampla de controles sem avaliar sua aplicação.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F26: Credentialed Checks on Windows</a:t>
            </a:r>
          </a:p>
          <a:p xmlns:a="http://schemas.openxmlformats.org/drawingml/2006/main">
            <a:r>
              <a:t>https://docs.tenable.com/nessus/Content/CredentialedChecksOnWindows.htm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F25: Credentials</a:t>
            </a:r>
          </a:p>
          <a:p xmlns:a="http://schemas.openxmlformats.org/drawingml/2006/main">
            <a:r>
              <a:t>https://docs.tenable.com/vulnerability-management/Content/Scans/Credentials.htm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login SSH bem-sucedido de checks completos. Um usuário sem elevação pode permitir algumas verificações, mas não todos os controles de configuração.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F27: Credentialed Checks on Linux</a:t>
            </a:r>
          </a:p>
          <a:p xmlns:a="http://schemas.openxmlformats.org/drawingml/2006/main">
            <a:r>
              <a:t>https://docs.tenable.com/nessus/Content/CredentialedChecksOnLinux.htm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F28: Nessus Credentialed Checks</a:t>
            </a:r>
          </a:p>
          <a:p xmlns:a="http://schemas.openxmlformats.org/drawingml/2006/main">
            <a:r>
              <a:t>https://docs.tenable.com/nessus/Content/NessusCredentialedChecks.htm</a:t>
            </a:r>
          </a:p>
          <a:p xmlns:a="http://schemas.openxmlformats.org/drawingml/2006/main">
            <a:r>
              <a:t>Data: sem data comprovada. Nessus 10.12,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regra atual de Credentialed checks: yes requer autenticação e inventário nativo de pacotes/patches. No Windows, acesso ao registro e shares ou privilégios SMB adequados também importam. Não concluir sucesso apenas pela ausência de um erro.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F28: Nessus Credentialed Checks</a:t>
            </a:r>
          </a:p>
          <a:p xmlns:a="http://schemas.openxmlformats.org/drawingml/2006/main">
            <a:r>
              <a:t>https://docs.tenable.com/nessus/Content/NessusCredentialedChecks.htm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F29: Plugin 19506: Nessus Scan Information</a:t>
            </a:r>
          </a:p>
          <a:p xmlns:a="http://schemas.openxmlformats.org/drawingml/2006/main">
            <a:r>
              <a:t>https://www.tenable.com/plugins/nessus/19506</a:t>
            </a:r>
          </a:p>
          <a:p xmlns:a="http://schemas.openxmlformats.org/drawingml/2006/main">
            <a:r>
              <a:t>Data: sem data comprovada. data não visível na página consultada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F30: Plugin 21745: OS Security Patch Assessment Failed</a:t>
            </a:r>
          </a:p>
          <a:p xmlns:a="http://schemas.openxmlformats.org/drawingml/2006/main">
            <a:r>
              <a:t>https://www.tenable.com/plugins/nessus/21745</a:t>
            </a:r>
          </a:p>
          <a:p xmlns:a="http://schemas.openxmlformats.org/drawingml/2006/main">
            <a:r>
              <a:t>Data: sem data comprovada. data não visível na página consultada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Prática de diagnóstico: manter alvo e política comparáveis entre execuções. Antes de interpretar melhora, confirmar credenciais, portas e plugins.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F22: Scan Tuning: Settings Configuration</a:t>
            </a:r>
          </a:p>
          <a:p xmlns:a="http://schemas.openxmlformats.org/drawingml/2006/main">
            <a:r>
              <a:t>https://docs.tenable.com/quick-reference/vulnerability-management-scan-tuning/Content/SettingsConfiguration.htm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F10: Hardware Requirements</a:t>
            </a:r>
          </a:p>
          <a:p xmlns:a="http://schemas.openxmlformats.org/drawingml/2006/main">
            <a:r>
              <a:t>https://docs.tenable.com/nessus/Content/HardwareRequirements.htm</a:t>
            </a:r>
          </a:p>
          <a:p xmlns:a="http://schemas.openxmlformats.org/drawingml/2006/main">
            <a:r>
              <a:t>Data: sem data comprovada. Nessus 10.12,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L05. Sem console, analisar uma evidência textual fictícia. Com console de estudo, usar um Windows e um Linux autorizados. Registrar os resultados do plugin 19506 quando disponíveis.</a:t>
            </a:r>
          </a:p>
          <a:p xmlns:a="http://schemas.openxmlformats.org/drawingml/2006/main">
            <a:r>
              <a:t>Material local de apoio: L02 páginas PDF 287, 288, 293, 294. L03 itens 4, 15, 16, 18, 19. L01 itens 9, 29, 30, 32. Plugins, credenciais e qualidade da coleta. Evitar a ideia de precisão perfeita ou política como lista universal de alvos.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F26: Credentialed Checks on Windows</a:t>
            </a:r>
          </a:p>
          <a:p xmlns:a="http://schemas.openxmlformats.org/drawingml/2006/main">
            <a:r>
              <a:t>https://docs.tenable.com/nessus/Content/CredentialedChecksOnWindows.htm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F27: Credentialed Checks on Linux</a:t>
            </a:r>
          </a:p>
          <a:p xmlns:a="http://schemas.openxmlformats.org/drawingml/2006/main">
            <a:r>
              <a:t>https://docs.tenable.com/nessus/Content/CredentialedChecksOnLinux.htm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F28: Nessus Credentialed Checks</a:t>
            </a:r>
          </a:p>
          <a:p xmlns:a="http://schemas.openxmlformats.org/drawingml/2006/main">
            <a:r>
              <a:t>https://docs.tenable.com/nessus/Content/NessusCredentialedChecks.htm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bc33707a045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eb4881c8441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9b04cc6f444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3b7ff021244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0016605d643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2476e27dc4b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7DAA72-F2EB-4E12-B84A-3EA085F2C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F8FF71-975A-4934-A0F3-72DB6477E6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814EBB-8015-4F34-9A33-DB800B7800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F5A866-75B3-456E-886E-FDC87026B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D0797B-E3B4-40CF-9A8B-35C541F53A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F83B40-42DF-4F5B-90A0-A0E31CA028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3BD208-BA2C-47DA-BCEF-EC944F235F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A712C6-3A94-498A-9799-B270542852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E66E4F-A3F9-40D0-A262-255A104E2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2BEB6F-045B-4C2D-8521-0759C52BD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d6a4ba537412f" /><Relationship Type="http://schemas.openxmlformats.org/officeDocument/2006/relationships/slideLayout" Target="/ppt/slideLayouts/slideLayout1.xml" Id="R38e7af9055cd455b" /><Relationship Type="http://schemas.openxmlformats.org/officeDocument/2006/relationships/slideLayout" Target="/ppt/slideLayouts/slideLayout2.xml" Id="Rc54fd129316b49ee" /><Relationship Type="http://schemas.openxmlformats.org/officeDocument/2006/relationships/slideLayout" Target="/ppt/slideLayouts/slideLayout3.xml" Id="R79c570f004ca44f0" /><Relationship Type="http://schemas.openxmlformats.org/officeDocument/2006/relationships/slideLayout" Target="/ppt/slideLayouts/slideLayout4.xml" Id="R51d727b91d594a4a" /><Relationship Type="http://schemas.openxmlformats.org/officeDocument/2006/relationships/slideLayout" Target="/ppt/slideLayouts/slideLayout5.xml" Id="R9e96dbc434f14786" /><Relationship Type="http://schemas.openxmlformats.org/officeDocument/2006/relationships/slideLayout" Target="/ppt/slideLayouts/slideLayout6.xml" Id="R0e307628c9694c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e7af9055cd455b"/>
    <p:sldLayoutId xmlns:r="http://schemas.openxmlformats.org/officeDocument/2006/relationships" id="2147483650" r:id="Rc54fd129316b49ee"/>
    <p:sldLayoutId xmlns:r="http://schemas.openxmlformats.org/officeDocument/2006/relationships" id="2147483651" r:id="R79c570f004ca44f0"/>
    <p:sldLayoutId xmlns:r="http://schemas.openxmlformats.org/officeDocument/2006/relationships" id="2147483652" r:id="R51d727b91d594a4a"/>
    <p:sldLayoutId xmlns:r="http://schemas.openxmlformats.org/officeDocument/2006/relationships" id="2147483653" r:id="R9e96dbc434f14786"/>
    <p:sldLayoutId xmlns:r="http://schemas.openxmlformats.org/officeDocument/2006/relationships" id="2147483654" r:id="R0e307628c9694c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ca786d1d74501" /><Relationship Type="http://schemas.openxmlformats.org/officeDocument/2006/relationships/notesSlide" Target="/ppt/notesSlides/notesSlide1.xml" Id="Rb653a927b48b45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cb7afa31647e0" /><Relationship Type="http://schemas.openxmlformats.org/officeDocument/2006/relationships/notesSlide" Target="/ppt/notesSlides/notesSlide2.xml" Id="R133d3f93bc5b46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bf2f2917b49e3" /><Relationship Type="http://schemas.openxmlformats.org/officeDocument/2006/relationships/notesSlide" Target="/ppt/notesSlides/notesSlide3.xml" Id="Rdc8d3ad535f546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fa305c51c4046" /><Relationship Type="http://schemas.openxmlformats.org/officeDocument/2006/relationships/notesSlide" Target="/ppt/notesSlides/notesSlide4.xml" Id="Rf3ccd9a354f54d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8c21b9a6a490d" /><Relationship Type="http://schemas.openxmlformats.org/officeDocument/2006/relationships/notesSlide" Target="/ppt/notesSlides/notesSlide5.xml" Id="R63a481592cbe4e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53795644c4e28" /><Relationship Type="http://schemas.openxmlformats.org/officeDocument/2006/relationships/notesSlide" Target="/ppt/notesSlides/notesSlide6.xml" Id="Rd5c3326d3b2847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049dccaab491d" /><Relationship Type="http://schemas.openxmlformats.org/officeDocument/2006/relationships/notesSlide" Target="/ppt/notesSlides/notesSlide7.xml" Id="Rdf390a1dfe9345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7e2d0295848a5" /><Relationship Type="http://schemas.openxmlformats.org/officeDocument/2006/relationships/notesSlide" Target="/ppt/notesSlides/notesSlide8.xml" Id="R8feac76df4174d8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264B"/>
            </a:gs>
            <a:gs pos="100000">
              <a:srgbClr val="006FC6"/>
            </a:gs>
          </a:gsLst>
          <a:lin ang="1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70w86b_Section">
            <a:extLst xmlns:a="http://schemas.openxmlformats.org/drawingml/2006/main">
              <a:ext uri="{FF2B5EF4-FFF2-40B4-BE49-F238E27FC236}">
                <a16:creationId xmlns:a16="http://schemas.microsoft.com/office/drawing/2014/main" id="{1776D6F1-B69D-483E-8093-1F216BEE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DDFF"/>
                </a:solidFill>
                <a:latin typeface="Arial"/>
                <a:ea typeface="Arial"/>
                <a:cs typeface="Arial"/>
              </a:rPr>
              <a:t>TEMA 05</a:t>
            </a:r>
          </a:p>
        </p:txBody>
      </p:sp>
      <p:sp>
        <p:nvSpPr>
          <p:cNvPr id="2" name="70w86b_Title">
            <a:extLst xmlns:a="http://schemas.openxmlformats.org/drawingml/2006/main">
              <a:ext uri="{FF2B5EF4-FFF2-40B4-BE49-F238E27FC236}">
                <a16:creationId xmlns:a16="http://schemas.microsoft.com/office/drawing/2014/main" id="{1510E7D4-E89A-4B25-9060-16B6231B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43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Scans de rede e credenciais</a:t>
            </a:r>
          </a:p>
        </p:txBody>
      </p:sp>
      <p:sp>
        <p:nvSpPr>
          <p:cNvPr id="3" name="70w86b_Subtitle">
            <a:extLst xmlns:a="http://schemas.openxmlformats.org/drawingml/2006/main">
              <a:ext uri="{FF2B5EF4-FFF2-40B4-BE49-F238E27FC236}">
                <a16:creationId xmlns:a16="http://schemas.microsoft.com/office/drawing/2014/main" id="{0C348C82-E0F1-4C1E-8FCA-6869E4EE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6FF"/>
                </a:solidFill>
                <a:latin typeface="Arial"/>
                <a:ea typeface="Arial"/>
                <a:cs typeface="Arial"/>
              </a:rPr>
              <a:t>Configurar avaliação de rede e comprovar a execução das verificações autenticadas.</a:t>
            </a:r>
          </a:p>
        </p:txBody>
      </p:sp>
      <p:sp>
        <p:nvSpPr>
          <p:cNvPr id="4" name="70w86b_Schedule">
            <a:extLst xmlns:a="http://schemas.openxmlformats.org/drawingml/2006/main">
              <a:ext uri="{FF2B5EF4-FFF2-40B4-BE49-F238E27FC236}">
                <a16:creationId xmlns:a16="http://schemas.microsoft.com/office/drawing/2014/main" id="{DD01B5EA-C5D7-45AC-AE0D-8536946C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3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Semana 5 de estudo</a:t>
            </a:r>
          </a:p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Vulnerability Assessment / Configuration</a:t>
            </a:r>
          </a:p>
        </p:txBody>
      </p:sp>
      <p:sp>
        <p:nvSpPr>
          <p:cNvPr id="5" name="70w86b_Footer">
            <a:extLst xmlns:a="http://schemas.openxmlformats.org/drawingml/2006/main">
              <a:ext uri="{FF2B5EF4-FFF2-40B4-BE49-F238E27FC236}">
                <a16:creationId xmlns:a16="http://schemas.microsoft.com/office/drawing/2014/main" id="{976D4ECE-0124-47BE-8F34-38B43B72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EE"/>
                </a:solidFill>
                <a:latin typeface="Arial"/>
                <a:ea typeface="Arial"/>
                <a:cs typeface="Arial"/>
              </a:rPr>
              <a:t>Tenable Vulnerability Management   /   Written Exam</a:t>
            </a:r>
          </a:p>
        </p:txBody>
      </p:sp>
    </p:spTree>
    <p:extLst>
      <p:ext uri="{BB962C8B-B14F-4D97-AF65-F5344CB8AC3E}">
        <p14:creationId xmlns:p14="http://schemas.microsoft.com/office/powerpoint/2010/main" val="14738446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9cftt3_Section">
            <a:extLst xmlns:a="http://schemas.openxmlformats.org/drawingml/2006/main">
              <a:ext uri="{FF2B5EF4-FFF2-40B4-BE49-F238E27FC236}">
                <a16:creationId xmlns:a16="http://schemas.microsoft.com/office/drawing/2014/main" id="{336B83FE-2C27-44E3-839C-5ECF231B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05</a:t>
            </a:r>
          </a:p>
        </p:txBody>
      </p:sp>
      <p:sp>
        <p:nvSpPr>
          <p:cNvPr id="2" name="9cftt3_Title">
            <a:extLst xmlns:a="http://schemas.openxmlformats.org/drawingml/2006/main">
              <a:ext uri="{FF2B5EF4-FFF2-40B4-BE49-F238E27FC236}">
                <a16:creationId xmlns:a16="http://schemas.microsoft.com/office/drawing/2014/main" id="{33CEBC22-68D6-425C-82BA-71DC1F4A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Templates e políticas</a:t>
            </a:r>
          </a:p>
        </p:txBody>
      </p:sp>
      <p:sp>
        <p:nvSpPr>
          <p:cNvPr id="3" name="9cftt3_Body_1">
            <a:extLst xmlns:a="http://schemas.openxmlformats.org/drawingml/2006/main">
              <a:ext uri="{FF2B5EF4-FFF2-40B4-BE49-F238E27FC236}">
                <a16:creationId xmlns:a16="http://schemas.microsoft.com/office/drawing/2014/main" id="{05D3B23F-AF23-40AA-905A-4CD2921C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Basic Network Scan atende avaliações usuais de rede.</a:t>
            </a:r>
          </a:p>
        </p:txBody>
      </p:sp>
      <p:sp>
        <p:nvSpPr>
          <p:cNvPr id="4" name="9cftt3_Body_2">
            <a:extLst xmlns:a="http://schemas.openxmlformats.org/drawingml/2006/main">
              <a:ext uri="{FF2B5EF4-FFF2-40B4-BE49-F238E27FC236}">
                <a16:creationId xmlns:a16="http://schemas.microsoft.com/office/drawing/2014/main" id="{8C8A9CE2-D9E4-467C-8446-102353FD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Advanced Network Scan oferece opções adicionais.</a:t>
            </a:r>
          </a:p>
        </p:txBody>
      </p:sp>
      <p:sp>
        <p:nvSpPr>
          <p:cNvPr id="5" name="9cftt3_Body_3">
            <a:extLst xmlns:a="http://schemas.openxmlformats.org/drawingml/2006/main">
              <a:ext uri="{FF2B5EF4-FFF2-40B4-BE49-F238E27FC236}">
                <a16:creationId xmlns:a16="http://schemas.microsoft.com/office/drawing/2014/main" id="{ACE9409F-F2F7-42D3-93FA-A4CAEC4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Credentialed Patch Audit enumera atualizações ausentes.</a:t>
            </a:r>
          </a:p>
        </p:txBody>
      </p:sp>
      <p:sp>
        <p:nvSpPr>
          <p:cNvPr id="6" name="9cftt3_Body_4">
            <a:extLst xmlns:a="http://schemas.openxmlformats.org/drawingml/2006/main">
              <a:ext uri="{FF2B5EF4-FFF2-40B4-BE49-F238E27FC236}">
                <a16:creationId xmlns:a16="http://schemas.microsoft.com/office/drawing/2014/main" id="{B7241FF3-3C87-437D-BC56-D754467F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Templates customizados padronizam configurações compartilhadas.</a:t>
            </a:r>
          </a:p>
        </p:txBody>
      </p:sp>
      <p:sp>
        <p:nvSpPr>
          <p:cNvPr id="7" name="9cftt3_Footer">
            <a:extLst xmlns:a="http://schemas.openxmlformats.org/drawingml/2006/main">
              <a:ext uri="{FF2B5EF4-FFF2-40B4-BE49-F238E27FC236}">
                <a16:creationId xmlns:a16="http://schemas.microsoft.com/office/drawing/2014/main" id="{5F950DDB-48E7-4ADB-85A1-2FC1F860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9cftt3_Folio">
            <a:extLst xmlns:a="http://schemas.openxmlformats.org/drawingml/2006/main">
              <a:ext uri="{FF2B5EF4-FFF2-40B4-BE49-F238E27FC236}">
                <a16:creationId xmlns:a16="http://schemas.microsoft.com/office/drawing/2014/main" id="{1B6F39A0-C096-4244-B743-E43059CC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78535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06m06_Section">
            <a:extLst xmlns:a="http://schemas.openxmlformats.org/drawingml/2006/main">
              <a:ext uri="{FF2B5EF4-FFF2-40B4-BE49-F238E27FC236}">
                <a16:creationId xmlns:a16="http://schemas.microsoft.com/office/drawing/2014/main" id="{5C77F6A0-244D-45C8-9E75-F13628F1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05</a:t>
            </a:r>
          </a:p>
        </p:txBody>
      </p:sp>
      <p:sp>
        <p:nvSpPr>
          <p:cNvPr id="2" name="e06m06_Title">
            <a:extLst xmlns:a="http://schemas.openxmlformats.org/drawingml/2006/main">
              <a:ext uri="{FF2B5EF4-FFF2-40B4-BE49-F238E27FC236}">
                <a16:creationId xmlns:a16="http://schemas.microsoft.com/office/drawing/2014/main" id="{B5162259-5CCC-4565-B1EA-FCCC9DC8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Plugins e atualizações</a:t>
            </a:r>
          </a:p>
        </p:txBody>
      </p:sp>
      <p:sp>
        <p:nvSpPr>
          <p:cNvPr id="3" name="e06m06_Body_1">
            <a:extLst xmlns:a="http://schemas.openxmlformats.org/drawingml/2006/main">
              <a:ext uri="{FF2B5EF4-FFF2-40B4-BE49-F238E27FC236}">
                <a16:creationId xmlns:a16="http://schemas.microsoft.com/office/drawing/2014/main" id="{5D1117BF-2C7E-4D6B-ACD6-82003AED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Plugins executam verificações específicas.</a:t>
            </a:r>
          </a:p>
        </p:txBody>
      </p:sp>
      <p:sp>
        <p:nvSpPr>
          <p:cNvPr id="4" name="e06m06_Body_2">
            <a:extLst xmlns:a="http://schemas.openxmlformats.org/drawingml/2006/main">
              <a:ext uri="{FF2B5EF4-FFF2-40B4-BE49-F238E27FC236}">
                <a16:creationId xmlns:a16="http://schemas.microsoft.com/office/drawing/2014/main" id="{927E7A03-327F-4D6A-807B-22D4D6A3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Famílias agrupam plugins relacionados.</a:t>
            </a:r>
          </a:p>
        </p:txBody>
      </p:sp>
      <p:sp>
        <p:nvSpPr>
          <p:cNvPr id="5" name="e06m06_Body_3">
            <a:extLst xmlns:a="http://schemas.openxmlformats.org/drawingml/2006/main">
              <a:ext uri="{FF2B5EF4-FFF2-40B4-BE49-F238E27FC236}">
                <a16:creationId xmlns:a16="http://schemas.microsoft.com/office/drawing/2014/main" id="{0018D9DE-96D1-4C4C-9CA0-7AF630C6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família totalmente habilitada inclui novos plugins recebidos.</a:t>
            </a:r>
          </a:p>
        </p:txBody>
      </p:sp>
      <p:sp>
        <p:nvSpPr>
          <p:cNvPr id="6" name="e06m06_Body_4">
            <a:extLst xmlns:a="http://schemas.openxmlformats.org/drawingml/2006/main">
              <a:ext uri="{FF2B5EF4-FFF2-40B4-BE49-F238E27FC236}">
                <a16:creationId xmlns:a16="http://schemas.microsoft.com/office/drawing/2014/main" id="{D06AC2A6-43CF-45A4-8C81-047CABF5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Seleção parcial exige atenção à cobertura futura.</a:t>
            </a:r>
          </a:p>
        </p:txBody>
      </p:sp>
      <p:sp>
        <p:nvSpPr>
          <p:cNvPr id="7" name="e06m06_Footer">
            <a:extLst xmlns:a="http://schemas.openxmlformats.org/drawingml/2006/main">
              <a:ext uri="{FF2B5EF4-FFF2-40B4-BE49-F238E27FC236}">
                <a16:creationId xmlns:a16="http://schemas.microsoft.com/office/drawing/2014/main" id="{F1B802E8-A389-4B27-9E72-8D17595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e06m06_Folio">
            <a:extLst xmlns:a="http://schemas.openxmlformats.org/drawingml/2006/main">
              <a:ext uri="{FF2B5EF4-FFF2-40B4-BE49-F238E27FC236}">
                <a16:creationId xmlns:a16="http://schemas.microsoft.com/office/drawing/2014/main" id="{00C0EDEF-4A15-4741-BA3F-22402713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3127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vknm7c_Section">
            <a:extLst xmlns:a="http://schemas.openxmlformats.org/drawingml/2006/main">
              <a:ext uri="{FF2B5EF4-FFF2-40B4-BE49-F238E27FC236}">
                <a16:creationId xmlns:a16="http://schemas.microsoft.com/office/drawing/2014/main" id="{1A64661A-3CDE-49FD-B17D-6377108D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05</a:t>
            </a:r>
          </a:p>
        </p:txBody>
      </p:sp>
      <p:sp>
        <p:nvSpPr>
          <p:cNvPr id="2" name="vknm7c_Title">
            <a:extLst xmlns:a="http://schemas.openxmlformats.org/drawingml/2006/main">
              <a:ext uri="{FF2B5EF4-FFF2-40B4-BE49-F238E27FC236}">
                <a16:creationId xmlns:a16="http://schemas.microsoft.com/office/drawing/2014/main" id="{D3641C0E-68FE-4255-A0F6-939C3FBE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Credenciais Windows</a:t>
            </a:r>
          </a:p>
        </p:txBody>
      </p:sp>
      <p:sp>
        <p:nvSpPr>
          <p:cNvPr id="3" name="vknm7c_Body_1">
            <a:extLst xmlns:a="http://schemas.openxmlformats.org/drawingml/2006/main">
              <a:ext uri="{FF2B5EF4-FFF2-40B4-BE49-F238E27FC236}">
                <a16:creationId xmlns:a16="http://schemas.microsoft.com/office/drawing/2014/main" id="{F0D81319-F89F-4ED5-9547-31CB7C07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conta precisa de privilégios adequados para checks locais.</a:t>
            </a:r>
          </a:p>
        </p:txBody>
      </p:sp>
      <p:sp>
        <p:nvSpPr>
          <p:cNvPr id="4" name="vknm7c_Body_2">
            <a:extLst xmlns:a="http://schemas.openxmlformats.org/drawingml/2006/main">
              <a:ext uri="{FF2B5EF4-FFF2-40B4-BE49-F238E27FC236}">
                <a16:creationId xmlns:a16="http://schemas.microsoft.com/office/drawing/2014/main" id="{AC5714DB-C78E-4F55-A8D8-01835C3F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SMB, WMI e políticas do host afetam o acesso.</a:t>
            </a:r>
          </a:p>
        </p:txBody>
      </p:sp>
      <p:sp>
        <p:nvSpPr>
          <p:cNvPr id="5" name="vknm7c_Body_3">
            <a:extLst xmlns:a="http://schemas.openxmlformats.org/drawingml/2006/main">
              <a:ext uri="{FF2B5EF4-FFF2-40B4-BE49-F238E27FC236}">
                <a16:creationId xmlns:a16="http://schemas.microsoft.com/office/drawing/2014/main" id="{5740C50C-8E18-4EFC-84C6-3D202425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Remote Registry e shares administrativos fazem parte da revisão.</a:t>
            </a:r>
          </a:p>
        </p:txBody>
      </p:sp>
      <p:sp>
        <p:nvSpPr>
          <p:cNvPr id="6" name="vknm7c_Body_4">
            <a:extLst xmlns:a="http://schemas.openxmlformats.org/drawingml/2006/main">
              <a:ext uri="{FF2B5EF4-FFF2-40B4-BE49-F238E27FC236}">
                <a16:creationId xmlns:a16="http://schemas.microsoft.com/office/drawing/2014/main" id="{96187968-79D4-439F-822E-1270E668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Credenciais corretas podem falhar por bloqueios de acesso.</a:t>
            </a:r>
          </a:p>
        </p:txBody>
      </p:sp>
      <p:sp>
        <p:nvSpPr>
          <p:cNvPr id="7" name="vknm7c_Footer">
            <a:extLst xmlns:a="http://schemas.openxmlformats.org/drawingml/2006/main">
              <a:ext uri="{FF2B5EF4-FFF2-40B4-BE49-F238E27FC236}">
                <a16:creationId xmlns:a16="http://schemas.microsoft.com/office/drawing/2014/main" id="{B5170D3E-E497-4A09-9AE9-23D7EDF0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vknm7c_Folio">
            <a:extLst xmlns:a="http://schemas.openxmlformats.org/drawingml/2006/main">
              <a:ext uri="{FF2B5EF4-FFF2-40B4-BE49-F238E27FC236}">
                <a16:creationId xmlns:a16="http://schemas.microsoft.com/office/drawing/2014/main" id="{5BB3B7FD-8BEE-44B8-8F6D-C119BEC6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33135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8mkcw8_Section">
            <a:extLst xmlns:a="http://schemas.openxmlformats.org/drawingml/2006/main">
              <a:ext uri="{FF2B5EF4-FFF2-40B4-BE49-F238E27FC236}">
                <a16:creationId xmlns:a16="http://schemas.microsoft.com/office/drawing/2014/main" id="{8E1832DE-F8BF-41E0-B0EB-5B0D0D68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05</a:t>
            </a:r>
          </a:p>
        </p:txBody>
      </p:sp>
      <p:sp>
        <p:nvSpPr>
          <p:cNvPr id="2" name="8mkcw8_Title">
            <a:extLst xmlns:a="http://schemas.openxmlformats.org/drawingml/2006/main">
              <a:ext uri="{FF2B5EF4-FFF2-40B4-BE49-F238E27FC236}">
                <a16:creationId xmlns:a16="http://schemas.microsoft.com/office/drawing/2014/main" id="{54B68DB7-0B8C-420A-BD8E-4D9BC287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Credenciais Linux</a:t>
            </a:r>
          </a:p>
        </p:txBody>
      </p:sp>
      <p:sp>
        <p:nvSpPr>
          <p:cNvPr id="3" name="8mkcw8_Body_1">
            <a:extLst xmlns:a="http://schemas.openxmlformats.org/drawingml/2006/main">
              <a:ext uri="{FF2B5EF4-FFF2-40B4-BE49-F238E27FC236}">
                <a16:creationId xmlns:a16="http://schemas.microsoft.com/office/drawing/2014/main" id="{6809D25E-7B60-40CD-AD6A-629B9B63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SSH fornece acesso às verificações locais.</a:t>
            </a:r>
          </a:p>
        </p:txBody>
      </p:sp>
      <p:sp>
        <p:nvSpPr>
          <p:cNvPr id="4" name="8mkcw8_Body_2">
            <a:extLst xmlns:a="http://schemas.openxmlformats.org/drawingml/2006/main">
              <a:ext uri="{FF2B5EF4-FFF2-40B4-BE49-F238E27FC236}">
                <a16:creationId xmlns:a16="http://schemas.microsoft.com/office/drawing/2014/main" id="{0C60E8BC-9CAB-4AA5-91C8-F176752B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Chave ou senha deve corresponder ao usuário do alvo.</a:t>
            </a:r>
          </a:p>
        </p:txBody>
      </p:sp>
      <p:sp>
        <p:nvSpPr>
          <p:cNvPr id="5" name="8mkcw8_Body_3">
            <a:extLst xmlns:a="http://schemas.openxmlformats.org/drawingml/2006/main">
              <a:ext uri="{FF2B5EF4-FFF2-40B4-BE49-F238E27FC236}">
                <a16:creationId xmlns:a16="http://schemas.microsoft.com/office/drawing/2014/main" id="{413309F8-B19B-40F6-A892-1973406E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Verificações completas exigem privilégios adequados.</a:t>
            </a:r>
          </a:p>
        </p:txBody>
      </p:sp>
      <p:sp>
        <p:nvSpPr>
          <p:cNvPr id="6" name="8mkcw8_Body_4">
            <a:extLst xmlns:a="http://schemas.openxmlformats.org/drawingml/2006/main">
              <a:ext uri="{FF2B5EF4-FFF2-40B4-BE49-F238E27FC236}">
                <a16:creationId xmlns:a16="http://schemas.microsoft.com/office/drawing/2014/main" id="{B0CA17C7-CB2E-42C1-B0D3-6F4D99F5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Elevação e inventário de pacotes precisam funcionar.</a:t>
            </a:r>
          </a:p>
        </p:txBody>
      </p:sp>
      <p:sp>
        <p:nvSpPr>
          <p:cNvPr id="7" name="8mkcw8_Footer">
            <a:extLst xmlns:a="http://schemas.openxmlformats.org/drawingml/2006/main">
              <a:ext uri="{FF2B5EF4-FFF2-40B4-BE49-F238E27FC236}">
                <a16:creationId xmlns:a16="http://schemas.microsoft.com/office/drawing/2014/main" id="{B5BF2A30-412E-4291-937A-F92D997F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8mkcw8_Folio">
            <a:extLst xmlns:a="http://schemas.openxmlformats.org/drawingml/2006/main">
              <a:ext uri="{FF2B5EF4-FFF2-40B4-BE49-F238E27FC236}">
                <a16:creationId xmlns:a16="http://schemas.microsoft.com/office/drawing/2014/main" id="{3B363E47-18C1-4DAB-920F-E54745CB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574511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r6wht_Section">
            <a:extLst xmlns:a="http://schemas.openxmlformats.org/drawingml/2006/main">
              <a:ext uri="{FF2B5EF4-FFF2-40B4-BE49-F238E27FC236}">
                <a16:creationId xmlns:a16="http://schemas.microsoft.com/office/drawing/2014/main" id="{26EF41BD-B519-4C40-9AA8-8AB4B6E1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05</a:t>
            </a:r>
          </a:p>
        </p:txBody>
      </p:sp>
      <p:sp>
        <p:nvSpPr>
          <p:cNvPr id="2" name="er6wht_Title">
            <a:extLst xmlns:a="http://schemas.openxmlformats.org/drawingml/2006/main">
              <a:ext uri="{FF2B5EF4-FFF2-40B4-BE49-F238E27FC236}">
                <a16:creationId xmlns:a16="http://schemas.microsoft.com/office/drawing/2014/main" id="{5958AE5E-6060-4E6B-933B-8DD8699C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Evidência de scan autenticado</a:t>
            </a:r>
          </a:p>
        </p:txBody>
      </p:sp>
      <p:sp>
        <p:nvSpPr>
          <p:cNvPr id="3" name="er6wht_Body_1">
            <a:extLst xmlns:a="http://schemas.openxmlformats.org/drawingml/2006/main">
              <a:ext uri="{FF2B5EF4-FFF2-40B4-BE49-F238E27FC236}">
                <a16:creationId xmlns:a16="http://schemas.microsoft.com/office/drawing/2014/main" id="{4F2705B0-22E7-40AA-A606-6D03EBF0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status final do scan não comprova autenticação completa.</a:t>
            </a:r>
          </a:p>
        </p:txBody>
      </p:sp>
      <p:sp>
        <p:nvSpPr>
          <p:cNvPr id="4" name="er6wht_Body_2">
            <a:extLst xmlns:a="http://schemas.openxmlformats.org/drawingml/2006/main">
              <a:ext uri="{FF2B5EF4-FFF2-40B4-BE49-F238E27FC236}">
                <a16:creationId xmlns:a16="http://schemas.microsoft.com/office/drawing/2014/main" id="{3E4E2BC3-0AFD-4A14-9F8B-473F6A34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Plugin 19506 registra informações da execução.</a:t>
            </a:r>
          </a:p>
        </p:txBody>
      </p:sp>
      <p:sp>
        <p:nvSpPr>
          <p:cNvPr id="5" name="er6wht_Body_3">
            <a:extLst xmlns:a="http://schemas.openxmlformats.org/drawingml/2006/main">
              <a:ext uri="{FF2B5EF4-FFF2-40B4-BE49-F238E27FC236}">
                <a16:creationId xmlns:a16="http://schemas.microsoft.com/office/drawing/2014/main" id="{A21356D3-4BB9-4AA6-B9E7-7E8C416F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Plugin 21745 apoia o diagnóstico de avaliação de patches.</a:t>
            </a:r>
          </a:p>
        </p:txBody>
      </p:sp>
      <p:sp>
        <p:nvSpPr>
          <p:cNvPr id="6" name="er6wht_Body_4">
            <a:extLst xmlns:a="http://schemas.openxmlformats.org/drawingml/2006/main">
              <a:ext uri="{FF2B5EF4-FFF2-40B4-BE49-F238E27FC236}">
                <a16:creationId xmlns:a16="http://schemas.microsoft.com/office/drawing/2014/main" id="{D27A4E97-656E-4C34-9861-F61762C6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Inventário e permissões completam a análise.</a:t>
            </a:r>
          </a:p>
        </p:txBody>
      </p:sp>
      <p:sp>
        <p:nvSpPr>
          <p:cNvPr id="7" name="er6wht_Footer">
            <a:extLst xmlns:a="http://schemas.openxmlformats.org/drawingml/2006/main">
              <a:ext uri="{FF2B5EF4-FFF2-40B4-BE49-F238E27FC236}">
                <a16:creationId xmlns:a16="http://schemas.microsoft.com/office/drawing/2014/main" id="{1B37F82A-3DA0-4108-BDE1-E2AD02E0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er6wht_Folio">
            <a:extLst xmlns:a="http://schemas.openxmlformats.org/drawingml/2006/main">
              <a:ext uri="{FF2B5EF4-FFF2-40B4-BE49-F238E27FC236}">
                <a16:creationId xmlns:a16="http://schemas.microsoft.com/office/drawing/2014/main" id="{09D9F9F3-676E-49B4-A086-49A87C8C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0935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66xvp3_Section">
            <a:extLst xmlns:a="http://schemas.openxmlformats.org/drawingml/2006/main">
              <a:ext uri="{FF2B5EF4-FFF2-40B4-BE49-F238E27FC236}">
                <a16:creationId xmlns:a16="http://schemas.microsoft.com/office/drawing/2014/main" id="{71B8484C-B926-426E-9E42-4EB49870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05</a:t>
            </a:r>
          </a:p>
        </p:txBody>
      </p:sp>
      <p:sp>
        <p:nvSpPr>
          <p:cNvPr id="2" name="66xvp3_Title">
            <a:extLst xmlns:a="http://schemas.openxmlformats.org/drawingml/2006/main">
              <a:ext uri="{FF2B5EF4-FFF2-40B4-BE49-F238E27FC236}">
                <a16:creationId xmlns:a16="http://schemas.microsoft.com/office/drawing/2014/main" id="{3C697547-8471-4471-871F-80F93681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Tuning e diagnóstico</a:t>
            </a:r>
          </a:p>
        </p:txBody>
      </p:sp>
      <p:sp>
        <p:nvSpPr>
          <p:cNvPr id="3" name="66xvp3_Body_1">
            <a:extLst xmlns:a="http://schemas.openxmlformats.org/drawingml/2006/main">
              <a:ext uri="{FF2B5EF4-FFF2-40B4-BE49-F238E27FC236}">
                <a16:creationId xmlns:a16="http://schemas.microsoft.com/office/drawing/2014/main" id="{3E18683E-0C57-4E8F-9626-5CEB8881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Concorrência, timeouts e alcance afetam duração e cobertura.</a:t>
            </a:r>
          </a:p>
        </p:txBody>
      </p:sp>
      <p:sp>
        <p:nvSpPr>
          <p:cNvPr id="4" name="66xvp3_Body_2">
            <a:extLst xmlns:a="http://schemas.openxmlformats.org/drawingml/2006/main">
              <a:ext uri="{FF2B5EF4-FFF2-40B4-BE49-F238E27FC236}">
                <a16:creationId xmlns:a16="http://schemas.microsoft.com/office/drawing/2014/main" id="{5746E357-CDA2-4D79-BA5B-630CE020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alteração por vez permite comparar o efeito.</a:t>
            </a:r>
          </a:p>
        </p:txBody>
      </p:sp>
      <p:sp>
        <p:nvSpPr>
          <p:cNvPr id="5" name="66xvp3_Body_3">
            <a:extLst xmlns:a="http://schemas.openxmlformats.org/drawingml/2006/main">
              <a:ext uri="{FF2B5EF4-FFF2-40B4-BE49-F238E27FC236}">
                <a16:creationId xmlns:a16="http://schemas.microsoft.com/office/drawing/2014/main" id="{F9502391-9F63-475D-957D-77B17767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CPU, memória, rede e alvo podem limitar desempenho.</a:t>
            </a:r>
          </a:p>
        </p:txBody>
      </p:sp>
      <p:sp>
        <p:nvSpPr>
          <p:cNvPr id="6" name="66xvp3_Body_4">
            <a:extLst xmlns:a="http://schemas.openxmlformats.org/drawingml/2006/main">
              <a:ext uri="{FF2B5EF4-FFF2-40B4-BE49-F238E27FC236}">
                <a16:creationId xmlns:a16="http://schemas.microsoft.com/office/drawing/2014/main" id="{BAC2E71F-51B4-4803-B7F6-9139A78E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Menos findings pode indicar perda de cobertura.</a:t>
            </a:r>
          </a:p>
        </p:txBody>
      </p:sp>
      <p:sp>
        <p:nvSpPr>
          <p:cNvPr id="7" name="66xvp3_Footer">
            <a:extLst xmlns:a="http://schemas.openxmlformats.org/drawingml/2006/main">
              <a:ext uri="{FF2B5EF4-FFF2-40B4-BE49-F238E27FC236}">
                <a16:creationId xmlns:a16="http://schemas.microsoft.com/office/drawing/2014/main" id="{33FE6567-A0EF-4F18-A63D-E762422A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66xvp3_Folio">
            <a:extLst xmlns:a="http://schemas.openxmlformats.org/drawingml/2006/main">
              <a:ext uri="{FF2B5EF4-FFF2-40B4-BE49-F238E27FC236}">
                <a16:creationId xmlns:a16="http://schemas.microsoft.com/office/drawing/2014/main" id="{4C67F88F-BAC9-4667-9B59-19898321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14581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qo3hmv_Section">
            <a:extLst xmlns:a="http://schemas.openxmlformats.org/drawingml/2006/main">
              <a:ext uri="{FF2B5EF4-FFF2-40B4-BE49-F238E27FC236}">
                <a16:creationId xmlns:a16="http://schemas.microsoft.com/office/drawing/2014/main" id="{FBA7A2E5-40A2-4278-84C6-3CF256E1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05</a:t>
            </a:r>
          </a:p>
        </p:txBody>
      </p:sp>
      <p:sp>
        <p:nvSpPr>
          <p:cNvPr id="2" name="qo3hmv_Title">
            <a:extLst xmlns:a="http://schemas.openxmlformats.org/drawingml/2006/main">
              <a:ext uri="{FF2B5EF4-FFF2-40B4-BE49-F238E27FC236}">
                <a16:creationId xmlns:a16="http://schemas.microsoft.com/office/drawing/2014/main" id="{7E630D2B-C9A7-4D10-974F-90419FB1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Laboratório de credenciais</a:t>
            </a:r>
          </a:p>
        </p:txBody>
      </p:sp>
      <p:sp>
        <p:nvSpPr>
          <p:cNvPr id="3" name="qo3hmv_Body_1">
            <a:extLst xmlns:a="http://schemas.openxmlformats.org/drawingml/2006/main">
              <a:ext uri="{FF2B5EF4-FFF2-40B4-BE49-F238E27FC236}">
                <a16:creationId xmlns:a16="http://schemas.microsoft.com/office/drawing/2014/main" id="{D3E7BA3E-83B6-407F-BB23-E098E34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Entrega:</a:t>
            </a:r>
            <a:r>
              <a:t> comparação autenticado versus não autenticado.</a:t>
            </a:r>
          </a:p>
        </p:txBody>
      </p:sp>
      <p:sp>
        <p:nvSpPr>
          <p:cNvPr id="4" name="qo3hmv_Body_2">
            <a:extLst xmlns:a="http://schemas.openxmlformats.org/drawingml/2006/main">
              <a:ext uri="{FF2B5EF4-FFF2-40B4-BE49-F238E27FC236}">
                <a16:creationId xmlns:a16="http://schemas.microsoft.com/office/drawing/2014/main" id="{EBAB2258-46B7-4DD5-AD86-91922475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Falha:</a:t>
            </a:r>
            <a:r>
              <a:t> senha correta com inventário de pacotes inacessível.</a:t>
            </a:r>
          </a:p>
        </p:txBody>
      </p:sp>
      <p:sp>
        <p:nvSpPr>
          <p:cNvPr id="5" name="qo3hmv_Body_3">
            <a:extLst xmlns:a="http://schemas.openxmlformats.org/drawingml/2006/main">
              <a:ext uri="{FF2B5EF4-FFF2-40B4-BE49-F238E27FC236}">
                <a16:creationId xmlns:a16="http://schemas.microsoft.com/office/drawing/2014/main" id="{5ABB68E8-4398-431A-BB5A-01F8848E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Evidência:</a:t>
            </a:r>
            <a:r>
              <a:t> output, configuração e hipótese confirmada.</a:t>
            </a:r>
          </a:p>
        </p:txBody>
      </p:sp>
      <p:sp>
        <p:nvSpPr>
          <p:cNvPr id="6" name="qo3hmv_Body_4">
            <a:extLst xmlns:a="http://schemas.openxmlformats.org/drawingml/2006/main">
              <a:ext uri="{FF2B5EF4-FFF2-40B4-BE49-F238E27FC236}">
                <a16:creationId xmlns:a16="http://schemas.microsoft.com/office/drawing/2014/main" id="{9A6B908D-CA91-4F78-996D-EDC16B77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Simulado 05:</a:t>
            </a:r>
            <a:r>
              <a:t> 20 questões, 40 minutos.</a:t>
            </a:r>
          </a:p>
        </p:txBody>
      </p:sp>
      <p:sp>
        <p:nvSpPr>
          <p:cNvPr id="7" name="qo3hmv_Footer">
            <a:extLst xmlns:a="http://schemas.openxmlformats.org/drawingml/2006/main">
              <a:ext uri="{FF2B5EF4-FFF2-40B4-BE49-F238E27FC236}">
                <a16:creationId xmlns:a16="http://schemas.microsoft.com/office/drawing/2014/main" id="{22778FCC-6A9D-457C-A6B3-6F76B20D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qo3hmv_Folio">
            <a:extLst xmlns:a="http://schemas.openxmlformats.org/drawingml/2006/main">
              <a:ext uri="{FF2B5EF4-FFF2-40B4-BE49-F238E27FC236}">
                <a16:creationId xmlns:a16="http://schemas.microsoft.com/office/drawing/2014/main" id="{D70F080F-A526-4C3D-A91C-F692AD8A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21886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2026-10-14T13:33:58.9200000Z</dcterms:created>
  <dcterms:modified xsi:type="dcterms:W3CDTF">2026-10-14T13:33:58.9200000Z</dcterms:modified>
</coreProperties>
</file>